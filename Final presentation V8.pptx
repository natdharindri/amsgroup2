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6"/>
  </p:notesMasterIdLst>
  <p:handoutMasterIdLst>
    <p:handoutMasterId r:id="rId47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319" r:id="rId41"/>
    <p:sldId id="274" r:id="rId42"/>
    <p:sldId id="339" r:id="rId43"/>
    <p:sldId id="261" r:id="rId44"/>
    <p:sldId id="262" r:id="rId45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  <p14:sldId id="319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540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manually</a:t>
            </a:r>
            <a:r>
              <a:rPr lang="de-DE" dirty="0"/>
              <a:t> </a:t>
            </a:r>
            <a:r>
              <a:rPr lang="de-DE" dirty="0" err="1"/>
              <a:t>checking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sample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challenging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Robust multi-lane detection and tracking using adaptive threshold and lane classification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Robust lane detection and tracking with RANSAC and Kalman filter: </a:t>
            </a:r>
            <a:r>
              <a:rPr lang="de-DE" dirty="0"/>
              <a:t>„</a:t>
            </a:r>
            <a:r>
              <a:rPr lang="en-US" dirty="0"/>
              <a:t>defining a ground truth for the data is extremely tedious; hence, it is commonly avoided. Consequently, detections were qualitative and based purely on visual inspection by single user”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Example</a:t>
            </a:r>
            <a:r>
              <a:rPr lang="de-DE" dirty="0"/>
              <a:t>-pictures: Seq2 ax1	Seq5 ax1</a:t>
            </a: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Example-pictures: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Example</a:t>
            </a:r>
            <a:r>
              <a:rPr lang="de-DE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 is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high precision because it uses the “same” feature as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r>
              <a:rPr lang="en-US" sz="16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lang="de-DE" sz="1405" dirty="0"/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A12AA431-E248-D3AB-3851-5F5B1B0C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F0239512-079E-D0B7-FC6E-4D61A68691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9EADD998-DB82-F6C8-65D3-CC71D47651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08053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6;p15">
            <a:extLst>
              <a:ext uri="{FF2B5EF4-FFF2-40B4-BE49-F238E27FC236}">
                <a16:creationId xmlns:a16="http://schemas.microsoft.com/office/drawing/2014/main" id="{AD076646-8038-E5EB-45D1-DCC3CE8748F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7" name="Google Shape;206;p15">
            <a:extLst>
              <a:ext uri="{FF2B5EF4-FFF2-40B4-BE49-F238E27FC236}">
                <a16:creationId xmlns:a16="http://schemas.microsoft.com/office/drawing/2014/main" id="{524D1128-E8A1-A243-7C38-3E0B08F413D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7" name="Google Shape;206;p15">
            <a:extLst>
              <a:ext uri="{FF2B5EF4-FFF2-40B4-BE49-F238E27FC236}">
                <a16:creationId xmlns:a16="http://schemas.microsoft.com/office/drawing/2014/main" id="{1744C4EF-0AAB-5D8B-3361-4C28EACB4C9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9" name="Google Shape;206;p15">
            <a:extLst>
              <a:ext uri="{FF2B5EF4-FFF2-40B4-BE49-F238E27FC236}">
                <a16:creationId xmlns:a16="http://schemas.microsoft.com/office/drawing/2014/main" id="{B7EFE994-E3F1-F2F1-CE9D-46A2957A0E6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6" name="Google Shape;206;p15">
            <a:extLst>
              <a:ext uri="{FF2B5EF4-FFF2-40B4-BE49-F238E27FC236}">
                <a16:creationId xmlns:a16="http://schemas.microsoft.com/office/drawing/2014/main" id="{F8D80387-6D52-E0E3-5B8C-3C083F3D865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2F2C1E0-B63D-2CAF-5707-A56688E45CB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E76FB488-FBF9-B14E-1E99-E533B147B32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D474F8B-F76B-91C0-48CE-E10A5E8FC4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881A04A-7337-4DCE-727B-B6220CD1B91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 N. Wijemanne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2EA602F3-29CD-856F-4AA8-EA37FC4E213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F541DB44-6BF3-BA3C-EC95-2F7F9AB97BD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F880705A-6155-7CE7-C4B7-7F6B6988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3894A8A4-0DDF-8E2E-BB69-8AF092E10B3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1127290"/>
            <a:ext cx="84240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9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Adapt names in footer depending on who is presenting</a:t>
            </a:r>
            <a:endParaRPr lang="en-US" sz="1700" dirty="0">
              <a:highlight>
                <a:srgbClr val="FFFF00"/>
              </a:highlight>
              <a:latin typeface="+mn-lt"/>
            </a:endParaRPr>
          </a:p>
        </p:txBody>
      </p:sp>
      <p:sp>
        <p:nvSpPr>
          <p:cNvPr id="206" name="Google Shape;206;p15">
            <a:extLst>
              <a:ext uri="{FF2B5EF4-FFF2-40B4-BE49-F238E27FC236}">
                <a16:creationId xmlns:a16="http://schemas.microsoft.com/office/drawing/2014/main" id="{F4C4BB18-8835-11D2-AA17-86F79DE46E1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E5357F0-B5D2-99B1-B8A4-AF18751CCC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8042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41</a:t>
            </a:fld>
            <a:endParaRPr lang="en-US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44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3407</Words>
  <Application>Microsoft Office PowerPoint</Application>
  <PresentationFormat>Bildschirmpräsentation (16:9)</PresentationFormat>
  <Paragraphs>690</Paragraphs>
  <Slides>44</Slides>
  <Notes>44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PowerPoint-Präsentation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396</cp:revision>
  <dcterms:modified xsi:type="dcterms:W3CDTF">2025-09-04T15:48:42Z</dcterms:modified>
</cp:coreProperties>
</file>
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59" r:id="rId1"/>
  </p:sldMasterIdLst>
  <p:notesMasterIdLst>
    <p:notesMasterId r:id="rId46"/>
  </p:notesMasterIdLst>
  <p:handoutMasterIdLst>
    <p:handoutMasterId r:id="rId47"/>
  </p:handoutMasterIdLst>
  <p:sldIdLst>
    <p:sldId id="256" r:id="rId2"/>
    <p:sldId id="321" r:id="rId3"/>
    <p:sldId id="260" r:id="rId4"/>
    <p:sldId id="333" r:id="rId5"/>
    <p:sldId id="258" r:id="rId6"/>
    <p:sldId id="312" r:id="rId7"/>
    <p:sldId id="323" r:id="rId8"/>
    <p:sldId id="301" r:id="rId9"/>
    <p:sldId id="341" r:id="rId10"/>
    <p:sldId id="304" r:id="rId11"/>
    <p:sldId id="330" r:id="rId12"/>
    <p:sldId id="305" r:id="rId13"/>
    <p:sldId id="328" r:id="rId14"/>
    <p:sldId id="343" r:id="rId15"/>
    <p:sldId id="307" r:id="rId16"/>
    <p:sldId id="314" r:id="rId17"/>
    <p:sldId id="300" r:id="rId18"/>
    <p:sldId id="324" r:id="rId19"/>
    <p:sldId id="289" r:id="rId20"/>
    <p:sldId id="295" r:id="rId21"/>
    <p:sldId id="345" r:id="rId22"/>
    <p:sldId id="346" r:id="rId23"/>
    <p:sldId id="347" r:id="rId24"/>
    <p:sldId id="349" r:id="rId25"/>
    <p:sldId id="350" r:id="rId26"/>
    <p:sldId id="348" r:id="rId27"/>
    <p:sldId id="351" r:id="rId28"/>
    <p:sldId id="325" r:id="rId29"/>
    <p:sldId id="286" r:id="rId30"/>
    <p:sldId id="338" r:id="rId31"/>
    <p:sldId id="344" r:id="rId32"/>
    <p:sldId id="332" r:id="rId33"/>
    <p:sldId id="326" r:id="rId34"/>
    <p:sldId id="337" r:id="rId35"/>
    <p:sldId id="272" r:id="rId36"/>
    <p:sldId id="309" r:id="rId37"/>
    <p:sldId id="311" r:id="rId38"/>
    <p:sldId id="273" r:id="rId39"/>
    <p:sldId id="302" r:id="rId40"/>
    <p:sldId id="319" r:id="rId41"/>
    <p:sldId id="274" r:id="rId42"/>
    <p:sldId id="339" r:id="rId43"/>
    <p:sldId id="261" r:id="rId44"/>
    <p:sldId id="262" r:id="rId45"/>
  </p:sldIdLst>
  <p:sldSz cx="9144000" cy="5143500" type="screen16x9"/>
  <p:notesSz cx="7099300" cy="10234613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Title" id="{94C4D8B0-684E-4A55-A759-F44F9379F256}">
          <p14:sldIdLst>
            <p14:sldId id="256"/>
          </p14:sldIdLst>
        </p14:section>
        <p14:section name="Introduction" id="{17498547-D415-4410-A05B-B69752FB45B3}">
          <p14:sldIdLst>
            <p14:sldId id="321"/>
            <p14:sldId id="260"/>
            <p14:sldId id="333"/>
            <p14:sldId id="258"/>
            <p14:sldId id="312"/>
          </p14:sldIdLst>
        </p14:section>
        <p14:section name="Experimental Setup" id="{75D40815-6EC9-445C-819C-94C0A61B11EE}">
          <p14:sldIdLst>
            <p14:sldId id="323"/>
            <p14:sldId id="301"/>
            <p14:sldId id="341"/>
            <p14:sldId id="304"/>
            <p14:sldId id="330"/>
            <p14:sldId id="305"/>
            <p14:sldId id="328"/>
            <p14:sldId id="343"/>
            <p14:sldId id="307"/>
            <p14:sldId id="314"/>
            <p14:sldId id="300"/>
          </p14:sldIdLst>
        </p14:section>
        <p14:section name="Results" id="{D4876272-DCFB-4840-A217-49AA4AFB24B5}">
          <p14:sldIdLst>
            <p14:sldId id="324"/>
            <p14:sldId id="289"/>
            <p14:sldId id="295"/>
            <p14:sldId id="345"/>
            <p14:sldId id="346"/>
            <p14:sldId id="347"/>
            <p14:sldId id="349"/>
            <p14:sldId id="350"/>
            <p14:sldId id="348"/>
            <p14:sldId id="351"/>
          </p14:sldIdLst>
        </p14:section>
        <p14:section name="Evaluation" id="{E8E05414-9758-4E5F-BB14-F948F863867C}">
          <p14:sldIdLst>
            <p14:sldId id="325"/>
            <p14:sldId id="286"/>
            <p14:sldId id="338"/>
            <p14:sldId id="344"/>
            <p14:sldId id="332"/>
          </p14:sldIdLst>
        </p14:section>
        <p14:section name="Conclusion" id="{5910DA95-3962-488F-934A-97448723AE4C}">
          <p14:sldIdLst>
            <p14:sldId id="326"/>
            <p14:sldId id="337"/>
            <p14:sldId id="272"/>
            <p14:sldId id="309"/>
            <p14:sldId id="311"/>
            <p14:sldId id="273"/>
            <p14:sldId id="302"/>
            <p14:sldId id="319"/>
          </p14:sldIdLst>
        </p14:section>
        <p14:section name="Backup" id="{6A084026-131E-4692-AED0-E4CBC0122119}">
          <p14:sldIdLst>
            <p14:sldId id="274"/>
            <p14:sldId id="339"/>
            <p14:sldId id="261"/>
            <p14:sldId id="26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19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8B4"/>
    <a:srgbClr val="F2F2F2"/>
    <a:srgbClr val="FF4B4B"/>
    <a:srgbClr val="D1D1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465" autoAdjust="0"/>
    <p:restoredTop sz="85109" autoAdjust="0"/>
  </p:normalViewPr>
  <p:slideViewPr>
    <p:cSldViewPr snapToGrid="0">
      <p:cViewPr varScale="1">
        <p:scale>
          <a:sx n="124" d="100"/>
          <a:sy n="124" d="100"/>
        </p:scale>
        <p:origin x="1236" y="90"/>
      </p:cViewPr>
      <p:guideLst>
        <p:guide orient="horz" pos="1619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handoutMaster" Target="handoutMasters/handoutMaster1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Tabelle1!$B$1</c:f>
              <c:strCache>
                <c:ptCount val="1"/>
                <c:pt idx="0">
                  <c:v>Precision</c:v>
                </c:pt>
              </c:strCache>
            </c:strRef>
          </c:tx>
          <c:spPr>
            <a:solidFill>
              <a:srgbClr val="0068B4"/>
            </a:solidFill>
            <a:ln>
              <a:noFill/>
            </a:ln>
            <a:effectLst/>
          </c:spPr>
          <c:invertIfNegative val="0"/>
          <c:cat>
            <c:strRef>
              <c:f>Tabelle1!$A$2:$A$9</c:f>
              <c:strCache>
                <c:ptCount val="8"/>
                <c:pt idx="0">
                  <c:v>Threshold-
Based
(Torque)</c:v>
                </c:pt>
                <c:pt idx="1">
                  <c:v>Threshold-
Based
(Cmd.-Speed)</c:v>
                </c:pt>
                <c:pt idx="2">
                  <c:v>Moving-
Average</c:v>
                </c:pt>
                <c:pt idx="3">
                  <c:v>Wavelet-
Transform</c:v>
                </c:pt>
                <c:pt idx="4">
                  <c:v>DBSCAN</c:v>
                </c:pt>
                <c:pt idx="5">
                  <c:v>K-Means</c:v>
                </c:pt>
                <c:pt idx="6">
                  <c:v>Auto-
encoder</c:v>
                </c:pt>
                <c:pt idx="7">
                  <c:v>Isolation
Tree</c:v>
                </c:pt>
              </c:strCache>
            </c:strRef>
          </c:cat>
          <c:val>
            <c:numRef>
              <c:f>Tabelle1!$B$2:$B$9</c:f>
              <c:numCache>
                <c:formatCode>General</c:formatCode>
                <c:ptCount val="8"/>
                <c:pt idx="0">
                  <c:v>0.90309643900000003</c:v>
                </c:pt>
                <c:pt idx="1">
                  <c:v>0.71694653399999997</c:v>
                </c:pt>
                <c:pt idx="2">
                  <c:v>0.56879999999999997</c:v>
                </c:pt>
                <c:pt idx="3">
                  <c:v>4.3922536999999998E-2</c:v>
                </c:pt>
                <c:pt idx="4">
                  <c:v>0.489152321</c:v>
                </c:pt>
                <c:pt idx="5">
                  <c:v>0.469192251</c:v>
                </c:pt>
                <c:pt idx="6">
                  <c:v>0.21590000000000001</c:v>
                </c:pt>
                <c:pt idx="7">
                  <c:v>0.47349999999999998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474-429E-9B24-545124B0556E}"/>
            </c:ext>
          </c:extLst>
        </c:ser>
        <c:ser>
          <c:idx val="1"/>
          <c:order val="1"/>
          <c:tx>
            <c:strRef>
              <c:f>Tabelle1!$C$1</c:f>
              <c:strCache>
                <c:ptCount val="1"/>
                <c:pt idx="0">
                  <c:v>Recall</c:v>
                </c:pt>
              </c:strCache>
            </c:strRef>
          </c:tx>
          <c:spPr>
            <a:solidFill>
              <a:schemeClr val="bg1">
                <a:lumMod val="65000"/>
              </a:schemeClr>
            </a:solidFill>
            <a:ln>
              <a:noFill/>
            </a:ln>
            <a:effectLst/>
          </c:spPr>
          <c:invertIfNegative val="0"/>
          <c:cat>
            <c:strRef>
              <c:f>Tabelle1!$A$2:$A$9</c:f>
              <c:strCache>
                <c:ptCount val="8"/>
                <c:pt idx="0">
                  <c:v>Threshold-
Based
(Torque)</c:v>
                </c:pt>
                <c:pt idx="1">
                  <c:v>Threshold-
Based
(Cmd.-Speed)</c:v>
                </c:pt>
                <c:pt idx="2">
                  <c:v>Moving-
Average</c:v>
                </c:pt>
                <c:pt idx="3">
                  <c:v>Wavelet-
Transform</c:v>
                </c:pt>
                <c:pt idx="4">
                  <c:v>DBSCAN</c:v>
                </c:pt>
                <c:pt idx="5">
                  <c:v>K-Means</c:v>
                </c:pt>
                <c:pt idx="6">
                  <c:v>Auto-
encoder</c:v>
                </c:pt>
                <c:pt idx="7">
                  <c:v>Isolation
Tree</c:v>
                </c:pt>
              </c:strCache>
            </c:strRef>
          </c:cat>
          <c:val>
            <c:numRef>
              <c:f>Tabelle1!$C$2:$C$9</c:f>
              <c:numCache>
                <c:formatCode>General</c:formatCode>
                <c:ptCount val="8"/>
                <c:pt idx="0">
                  <c:v>1.2645300999999999E-2</c:v>
                </c:pt>
                <c:pt idx="1">
                  <c:v>7.2678159999999999E-3</c:v>
                </c:pt>
                <c:pt idx="2">
                  <c:v>0.48349999999999999</c:v>
                </c:pt>
                <c:pt idx="3">
                  <c:v>2.9398200000000001E-3</c:v>
                </c:pt>
                <c:pt idx="4">
                  <c:v>0.47799675400000002</c:v>
                </c:pt>
                <c:pt idx="5">
                  <c:v>0.27147386099999998</c:v>
                </c:pt>
                <c:pt idx="6">
                  <c:v>0.1265</c:v>
                </c:pt>
                <c:pt idx="7">
                  <c:v>0.39389999999999997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474-429E-9B24-545124B0556E}"/>
            </c:ext>
          </c:extLst>
        </c:ser>
        <c:ser>
          <c:idx val="2"/>
          <c:order val="2"/>
          <c:tx>
            <c:strRef>
              <c:f>Tabelle1!$D$1</c:f>
              <c:strCache>
                <c:ptCount val="1"/>
                <c:pt idx="0">
                  <c:v>F1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cat>
            <c:strRef>
              <c:f>Tabelle1!$A$2:$A$9</c:f>
              <c:strCache>
                <c:ptCount val="8"/>
                <c:pt idx="0">
                  <c:v>Threshold-
Based
(Torque)</c:v>
                </c:pt>
                <c:pt idx="1">
                  <c:v>Threshold-
Based
(Cmd.-Speed)</c:v>
                </c:pt>
                <c:pt idx="2">
                  <c:v>Moving-
Average</c:v>
                </c:pt>
                <c:pt idx="3">
                  <c:v>Wavelet-
Transform</c:v>
                </c:pt>
                <c:pt idx="4">
                  <c:v>DBSCAN</c:v>
                </c:pt>
                <c:pt idx="5">
                  <c:v>K-Means</c:v>
                </c:pt>
                <c:pt idx="6">
                  <c:v>Auto-
encoder</c:v>
                </c:pt>
                <c:pt idx="7">
                  <c:v>Isolation
Tree</c:v>
                </c:pt>
              </c:strCache>
            </c:strRef>
          </c:cat>
          <c:val>
            <c:numRef>
              <c:f>Tabelle1!$D$2:$D$9</c:f>
              <c:numCache>
                <c:formatCode>General</c:formatCode>
                <c:ptCount val="8"/>
                <c:pt idx="0">
                  <c:v>2.2614430000000001E-2</c:v>
                </c:pt>
                <c:pt idx="1">
                  <c:v>1.4304742E-2</c:v>
                </c:pt>
                <c:pt idx="2">
                  <c:v>0.39329999999999998</c:v>
                </c:pt>
                <c:pt idx="3">
                  <c:v>5.4127189999999999E-3</c:v>
                </c:pt>
                <c:pt idx="4">
                  <c:v>0.424912446</c:v>
                </c:pt>
                <c:pt idx="5">
                  <c:v>0.23594011000000001</c:v>
                </c:pt>
                <c:pt idx="6">
                  <c:v>0.15429999999999999</c:v>
                </c:pt>
                <c:pt idx="7">
                  <c:v>0.32490000000000002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764-4379-9495-FB71ADE4F1F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194809840"/>
        <c:axId val="1194810320"/>
      </c:barChart>
      <c:catAx>
        <c:axId val="119480984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194810320"/>
        <c:crosses val="autoZero"/>
        <c:auto val="1"/>
        <c:lblAlgn val="ctr"/>
        <c:lblOffset val="100"/>
        <c:noMultiLvlLbl val="0"/>
      </c:catAx>
      <c:valAx>
        <c:axId val="119481032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19480984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 rot="5400000" vert="horz" anchor="b" anchorCtr="1"/>
    <a:lstStyle/>
    <a:p>
      <a:pPr>
        <a:defRPr/>
      </a:pPr>
      <a:endParaRPr lang="de-DE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1">
  <a:schemeClr val="accent1"/>
  <a:schemeClr val="accent3"/>
  <a:schemeClr val="accent5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0FAE443-E21C-44AA-A81B-599F7B6D587E}" type="doc">
      <dgm:prSet loTypeId="urn:microsoft.com/office/officeart/2005/8/layout/chevron2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3FC327D8-965A-4B02-9DD8-7214A72A8512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1.</a:t>
          </a:r>
        </a:p>
      </dgm:t>
    </dgm:pt>
    <dgm:pt modelId="{191F04B0-969F-4528-A273-737D82991ED9}" type="parTrans" cxnId="{4877C629-6C8F-4262-B51E-1A7AF2EB2C02}">
      <dgm:prSet/>
      <dgm:spPr/>
      <dgm:t>
        <a:bodyPr/>
        <a:lstStyle/>
        <a:p>
          <a:endParaRPr lang="de-DE" sz="1700"/>
        </a:p>
      </dgm:t>
    </dgm:pt>
    <dgm:pt modelId="{763BFB95-8321-4B23-863B-5F3B4180E03F}" type="sibTrans" cxnId="{4877C629-6C8F-4262-B51E-1A7AF2EB2C02}">
      <dgm:prSet/>
      <dgm:spPr/>
      <dgm:t>
        <a:bodyPr/>
        <a:lstStyle/>
        <a:p>
          <a:endParaRPr lang="de-DE" sz="1700"/>
        </a:p>
      </dgm:t>
    </dgm:pt>
    <dgm:pt modelId="{2AE14FCD-CF77-4A93-A2FA-3A1F74D9932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/>
            <a:t>Introduction</a:t>
          </a:r>
        </a:p>
      </dgm:t>
    </dgm:pt>
    <dgm:pt modelId="{E1EB3A52-294F-47B8-926D-A32404AE09F5}" type="parTrans" cxnId="{78547DEA-3F19-48E3-AA84-8CFF9F731F2C}">
      <dgm:prSet/>
      <dgm:spPr/>
      <dgm:t>
        <a:bodyPr/>
        <a:lstStyle/>
        <a:p>
          <a:endParaRPr lang="de-DE" sz="1700"/>
        </a:p>
      </dgm:t>
    </dgm:pt>
    <dgm:pt modelId="{0595F7E2-046E-45BF-BED1-AD30EB04FF0A}" type="sibTrans" cxnId="{78547DEA-3F19-48E3-AA84-8CFF9F731F2C}">
      <dgm:prSet/>
      <dgm:spPr/>
      <dgm:t>
        <a:bodyPr/>
        <a:lstStyle/>
        <a:p>
          <a:endParaRPr lang="de-DE" sz="1700"/>
        </a:p>
      </dgm:t>
    </dgm:pt>
    <dgm:pt modelId="{00C9378B-5E27-4A82-B881-8A08C576EFB0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2.</a:t>
          </a:r>
        </a:p>
      </dgm:t>
    </dgm:pt>
    <dgm:pt modelId="{43DC5520-B642-4C76-BA53-584E98F21C2D}" type="parTrans" cxnId="{8F1CB2B3-932B-4BBA-9BB5-5F40EA5E5EFD}">
      <dgm:prSet/>
      <dgm:spPr/>
      <dgm:t>
        <a:bodyPr/>
        <a:lstStyle/>
        <a:p>
          <a:endParaRPr lang="de-DE" sz="1700"/>
        </a:p>
      </dgm:t>
    </dgm:pt>
    <dgm:pt modelId="{5C2E8051-11E2-481F-BFE3-B8298F433D8D}" type="sibTrans" cxnId="{8F1CB2B3-932B-4BBA-9BB5-5F40EA5E5EFD}">
      <dgm:prSet/>
      <dgm:spPr/>
      <dgm:t>
        <a:bodyPr/>
        <a:lstStyle/>
        <a:p>
          <a:endParaRPr lang="de-DE" sz="1700"/>
        </a:p>
      </dgm:t>
    </dgm:pt>
    <dgm:pt modelId="{6BAA869A-0B16-4F4A-9BF2-5EBA7FA0D05F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gm:t>
    </dgm:pt>
    <dgm:pt modelId="{86B5B3A5-6EED-4FFB-9E9B-AA6CE3F0AB25}" type="parTrans" cxnId="{8C5BAA69-FA3D-47EC-9B36-85DF7826C0AE}">
      <dgm:prSet/>
      <dgm:spPr/>
      <dgm:t>
        <a:bodyPr/>
        <a:lstStyle/>
        <a:p>
          <a:endParaRPr lang="de-DE" sz="1700"/>
        </a:p>
      </dgm:t>
    </dgm:pt>
    <dgm:pt modelId="{D7E69CCC-BFAA-4552-B253-8225F8151F58}" type="sibTrans" cxnId="{8C5BAA69-FA3D-47EC-9B36-85DF7826C0AE}">
      <dgm:prSet/>
      <dgm:spPr/>
      <dgm:t>
        <a:bodyPr/>
        <a:lstStyle/>
        <a:p>
          <a:endParaRPr lang="de-DE" sz="1700"/>
        </a:p>
      </dgm:t>
    </dgm:pt>
    <dgm:pt modelId="{FEE56619-8D6D-4845-B53B-1A832B4E795A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3.</a:t>
          </a:r>
        </a:p>
      </dgm:t>
    </dgm:pt>
    <dgm:pt modelId="{0A8BC554-8EA5-4792-A7F1-02601309DB8A}" type="parTrans" cxnId="{FE390875-7A96-4945-9C5D-6915DE54A73E}">
      <dgm:prSet/>
      <dgm:spPr/>
      <dgm:t>
        <a:bodyPr/>
        <a:lstStyle/>
        <a:p>
          <a:endParaRPr lang="de-DE" sz="1700"/>
        </a:p>
      </dgm:t>
    </dgm:pt>
    <dgm:pt modelId="{BC2E5147-BCB0-445C-B0C8-403BD6AEC46B}" type="sibTrans" cxnId="{FE390875-7A96-4945-9C5D-6915DE54A73E}">
      <dgm:prSet/>
      <dgm:spPr/>
      <dgm:t>
        <a:bodyPr/>
        <a:lstStyle/>
        <a:p>
          <a:endParaRPr lang="de-DE" sz="1700"/>
        </a:p>
      </dgm:t>
    </dgm:pt>
    <dgm:pt modelId="{FF2EEFC9-FCF6-44C3-BB92-F508F916EBE8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gm:t>
    </dgm:pt>
    <dgm:pt modelId="{E250B96D-CA80-423B-A321-479EAE935F49}" type="parTrans" cxnId="{44B32ACD-7E7D-4AE1-A751-6B38050936F5}">
      <dgm:prSet/>
      <dgm:spPr/>
      <dgm:t>
        <a:bodyPr/>
        <a:lstStyle/>
        <a:p>
          <a:endParaRPr lang="de-DE" sz="1700"/>
        </a:p>
      </dgm:t>
    </dgm:pt>
    <dgm:pt modelId="{A89558D4-D724-4FA6-AB6F-B6F9AE41A694}" type="sibTrans" cxnId="{44B32ACD-7E7D-4AE1-A751-6B38050936F5}">
      <dgm:prSet/>
      <dgm:spPr/>
      <dgm:t>
        <a:bodyPr/>
        <a:lstStyle/>
        <a:p>
          <a:endParaRPr lang="de-DE" sz="1700"/>
        </a:p>
      </dgm:t>
    </dgm:pt>
    <dgm:pt modelId="{B33C0D2C-61CA-46F9-A3D0-047C48B3A814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4.</a:t>
          </a:r>
        </a:p>
      </dgm:t>
    </dgm:pt>
    <dgm:pt modelId="{8E667A08-BE27-45F1-9B08-3F1B60259075}" type="parTrans" cxnId="{62D15D37-E391-4F38-AE15-DEBDDB712F79}">
      <dgm:prSet/>
      <dgm:spPr/>
      <dgm:t>
        <a:bodyPr/>
        <a:lstStyle/>
        <a:p>
          <a:endParaRPr lang="de-DE" sz="1700"/>
        </a:p>
      </dgm:t>
    </dgm:pt>
    <dgm:pt modelId="{4A46F902-78C0-4D79-B1E1-DCF038CD2528}" type="sibTrans" cxnId="{62D15D37-E391-4F38-AE15-DEBDDB712F79}">
      <dgm:prSet/>
      <dgm:spPr/>
      <dgm:t>
        <a:bodyPr/>
        <a:lstStyle/>
        <a:p>
          <a:endParaRPr lang="de-DE" sz="1700"/>
        </a:p>
      </dgm:t>
    </dgm:pt>
    <dgm:pt modelId="{873898E8-79E2-4D6F-86D9-8B26CF454AF6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5.</a:t>
          </a:r>
        </a:p>
      </dgm:t>
    </dgm:pt>
    <dgm:pt modelId="{C920455E-C6F9-4D5A-8277-01E653B59B98}" type="parTrans" cxnId="{03F03821-B40F-46FB-86C2-A51723C85A9E}">
      <dgm:prSet/>
      <dgm:spPr/>
      <dgm:t>
        <a:bodyPr/>
        <a:lstStyle/>
        <a:p>
          <a:endParaRPr lang="de-DE" sz="1700"/>
        </a:p>
      </dgm:t>
    </dgm:pt>
    <dgm:pt modelId="{9A377BE9-4CA6-4994-BF60-D46433D2301F}" type="sibTrans" cxnId="{03F03821-B40F-46FB-86C2-A51723C85A9E}">
      <dgm:prSet/>
      <dgm:spPr/>
      <dgm:t>
        <a:bodyPr/>
        <a:lstStyle/>
        <a:p>
          <a:endParaRPr lang="de-DE" sz="1700"/>
        </a:p>
      </dgm:t>
    </dgm:pt>
    <dgm:pt modelId="{083CA7A5-C4FA-4107-8585-B435E458D504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gm:t>
    </dgm:pt>
    <dgm:pt modelId="{026D83A8-FBE4-4E88-A48B-FC4955B84387}" type="parTrans" cxnId="{94815B0C-B29F-4B41-BB48-6A0AFF9515A2}">
      <dgm:prSet/>
      <dgm:spPr/>
      <dgm:t>
        <a:bodyPr/>
        <a:lstStyle/>
        <a:p>
          <a:endParaRPr lang="de-DE" sz="1700"/>
        </a:p>
      </dgm:t>
    </dgm:pt>
    <dgm:pt modelId="{BBF1A80F-C165-4D13-B148-018A61DD4C4E}" type="sibTrans" cxnId="{94815B0C-B29F-4B41-BB48-6A0AFF9515A2}">
      <dgm:prSet/>
      <dgm:spPr/>
      <dgm:t>
        <a:bodyPr/>
        <a:lstStyle/>
        <a:p>
          <a:endParaRPr lang="de-DE" sz="1700"/>
        </a:p>
      </dgm:t>
    </dgm:pt>
    <dgm:pt modelId="{3AA6D03A-592A-489F-BBD1-1DD69533813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gm:t>
    </dgm:pt>
    <dgm:pt modelId="{A97680D6-E53B-4085-899A-3F1B00FFF512}" type="parTrans" cxnId="{25CE440A-1A20-42EA-8C7E-AD7C2D6A68EE}">
      <dgm:prSet/>
      <dgm:spPr/>
      <dgm:t>
        <a:bodyPr/>
        <a:lstStyle/>
        <a:p>
          <a:endParaRPr lang="de-DE" sz="1700"/>
        </a:p>
      </dgm:t>
    </dgm:pt>
    <dgm:pt modelId="{E6D8962F-6D8C-40B3-B559-2308F23DCF33}" type="sibTrans" cxnId="{25CE440A-1A20-42EA-8C7E-AD7C2D6A68EE}">
      <dgm:prSet/>
      <dgm:spPr/>
      <dgm:t>
        <a:bodyPr/>
        <a:lstStyle/>
        <a:p>
          <a:endParaRPr lang="de-DE" sz="1700"/>
        </a:p>
      </dgm:t>
    </dgm:pt>
    <dgm:pt modelId="{7FB25158-1BA1-43A3-812A-6DC8EA666D2F}" type="pres">
      <dgm:prSet presAssocID="{40FAE443-E21C-44AA-A81B-599F7B6D587E}" presName="linearFlow" presStyleCnt="0">
        <dgm:presLayoutVars>
          <dgm:dir/>
          <dgm:animLvl val="lvl"/>
          <dgm:resizeHandles val="exact"/>
        </dgm:presLayoutVars>
      </dgm:prSet>
      <dgm:spPr/>
    </dgm:pt>
    <dgm:pt modelId="{2C3E9893-C8F3-4813-BFD3-936EB305E02F}" type="pres">
      <dgm:prSet presAssocID="{3FC327D8-965A-4B02-9DD8-7214A72A8512}" presName="composite" presStyleCnt="0"/>
      <dgm:spPr/>
    </dgm:pt>
    <dgm:pt modelId="{18059779-F9DC-469D-937B-DEAA6A0F888F}" type="pres">
      <dgm:prSet presAssocID="{3FC327D8-965A-4B02-9DD8-7214A72A8512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4742C10C-969E-4130-88E0-38FA9BE4FFEC}" type="pres">
      <dgm:prSet presAssocID="{3FC327D8-965A-4B02-9DD8-7214A72A8512}" presName="descendantText" presStyleLbl="alignAcc1" presStyleIdx="0" presStyleCnt="5">
        <dgm:presLayoutVars>
          <dgm:bulletEnabled val="1"/>
        </dgm:presLayoutVars>
      </dgm:prSet>
      <dgm:spPr/>
    </dgm:pt>
    <dgm:pt modelId="{452BE471-3EED-4EE0-BA70-03700857DA38}" type="pres">
      <dgm:prSet presAssocID="{763BFB95-8321-4B23-863B-5F3B4180E03F}" presName="sp" presStyleCnt="0"/>
      <dgm:spPr/>
    </dgm:pt>
    <dgm:pt modelId="{2B5CCA03-4107-46F9-B89A-A59351FB4A74}" type="pres">
      <dgm:prSet presAssocID="{00C9378B-5E27-4A82-B881-8A08C576EFB0}" presName="composite" presStyleCnt="0"/>
      <dgm:spPr/>
    </dgm:pt>
    <dgm:pt modelId="{30A8265A-7AC2-497F-AA24-B5498260BE41}" type="pres">
      <dgm:prSet presAssocID="{00C9378B-5E27-4A82-B881-8A08C576EFB0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93A01732-9EE4-4820-8E77-24A14ED5F5B7}" type="pres">
      <dgm:prSet presAssocID="{00C9378B-5E27-4A82-B881-8A08C576EFB0}" presName="descendantText" presStyleLbl="alignAcc1" presStyleIdx="1" presStyleCnt="5">
        <dgm:presLayoutVars>
          <dgm:bulletEnabled val="1"/>
        </dgm:presLayoutVars>
      </dgm:prSet>
      <dgm:spPr/>
    </dgm:pt>
    <dgm:pt modelId="{73A36C79-75A3-44A1-8F0D-E4BFD03CF057}" type="pres">
      <dgm:prSet presAssocID="{5C2E8051-11E2-481F-BFE3-B8298F433D8D}" presName="sp" presStyleCnt="0"/>
      <dgm:spPr/>
    </dgm:pt>
    <dgm:pt modelId="{54727D5D-C428-4F37-B61D-57A970E000F5}" type="pres">
      <dgm:prSet presAssocID="{FEE56619-8D6D-4845-B53B-1A832B4E795A}" presName="composite" presStyleCnt="0"/>
      <dgm:spPr/>
    </dgm:pt>
    <dgm:pt modelId="{7FF9CBA6-FFC4-4E71-B130-545E68E5BC93}" type="pres">
      <dgm:prSet presAssocID="{FEE56619-8D6D-4845-B53B-1A832B4E795A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D8314F7C-9F02-4432-B518-A8C5234062E0}" type="pres">
      <dgm:prSet presAssocID="{FEE56619-8D6D-4845-B53B-1A832B4E795A}" presName="descendantText" presStyleLbl="alignAcc1" presStyleIdx="2" presStyleCnt="5">
        <dgm:presLayoutVars>
          <dgm:bulletEnabled val="1"/>
        </dgm:presLayoutVars>
      </dgm:prSet>
      <dgm:spPr/>
    </dgm:pt>
    <dgm:pt modelId="{B03E576A-B57F-439B-B610-865C0533CC51}" type="pres">
      <dgm:prSet presAssocID="{BC2E5147-BCB0-445C-B0C8-403BD6AEC46B}" presName="sp" presStyleCnt="0"/>
      <dgm:spPr/>
    </dgm:pt>
    <dgm:pt modelId="{9348A882-E65E-4F8E-9D65-FC358C51004A}" type="pres">
      <dgm:prSet presAssocID="{B33C0D2C-61CA-46F9-A3D0-047C48B3A814}" presName="composite" presStyleCnt="0"/>
      <dgm:spPr/>
    </dgm:pt>
    <dgm:pt modelId="{D9ACF4AB-36C9-49C6-8250-9F2354C8F6F7}" type="pres">
      <dgm:prSet presAssocID="{B33C0D2C-61CA-46F9-A3D0-047C48B3A814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EF7CE2C6-850F-4035-B645-09967AEA6FFD}" type="pres">
      <dgm:prSet presAssocID="{B33C0D2C-61CA-46F9-A3D0-047C48B3A814}" presName="descendantText" presStyleLbl="alignAcc1" presStyleIdx="3" presStyleCnt="5">
        <dgm:presLayoutVars>
          <dgm:bulletEnabled val="1"/>
        </dgm:presLayoutVars>
      </dgm:prSet>
      <dgm:spPr/>
    </dgm:pt>
    <dgm:pt modelId="{F16FC4EC-3AE8-4ADF-9598-CEA831460FBA}" type="pres">
      <dgm:prSet presAssocID="{4A46F902-78C0-4D79-B1E1-DCF038CD2528}" presName="sp" presStyleCnt="0"/>
      <dgm:spPr/>
    </dgm:pt>
    <dgm:pt modelId="{263BFD6C-08E9-41D2-AB31-10912311B128}" type="pres">
      <dgm:prSet presAssocID="{873898E8-79E2-4D6F-86D9-8B26CF454AF6}" presName="composite" presStyleCnt="0"/>
      <dgm:spPr/>
    </dgm:pt>
    <dgm:pt modelId="{4FC72D5C-AB85-4D11-8E4F-D7B8BC3F1F9F}" type="pres">
      <dgm:prSet presAssocID="{873898E8-79E2-4D6F-86D9-8B26CF454AF6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DDC3D6F1-16C2-49AF-B3B5-6C747058629B}" type="pres">
      <dgm:prSet presAssocID="{873898E8-79E2-4D6F-86D9-8B26CF454AF6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25CE440A-1A20-42EA-8C7E-AD7C2D6A68EE}" srcId="{873898E8-79E2-4D6F-86D9-8B26CF454AF6}" destId="{3AA6D03A-592A-489F-BBD1-1DD69533813B}" srcOrd="0" destOrd="0" parTransId="{A97680D6-E53B-4085-899A-3F1B00FFF512}" sibTransId="{E6D8962F-6D8C-40B3-B559-2308F23DCF33}"/>
    <dgm:cxn modelId="{94815B0C-B29F-4B41-BB48-6A0AFF9515A2}" srcId="{B33C0D2C-61CA-46F9-A3D0-047C48B3A814}" destId="{083CA7A5-C4FA-4107-8585-B435E458D504}" srcOrd="0" destOrd="0" parTransId="{026D83A8-FBE4-4E88-A48B-FC4955B84387}" sibTransId="{BBF1A80F-C165-4D13-B148-018A61DD4C4E}"/>
    <dgm:cxn modelId="{96F02414-B8D5-4D3B-97C3-18F6762F8BA8}" type="presOf" srcId="{FEE56619-8D6D-4845-B53B-1A832B4E795A}" destId="{7FF9CBA6-FFC4-4E71-B130-545E68E5BC93}" srcOrd="0" destOrd="0" presId="urn:microsoft.com/office/officeart/2005/8/layout/chevron2"/>
    <dgm:cxn modelId="{03F03821-B40F-46FB-86C2-A51723C85A9E}" srcId="{40FAE443-E21C-44AA-A81B-599F7B6D587E}" destId="{873898E8-79E2-4D6F-86D9-8B26CF454AF6}" srcOrd="4" destOrd="0" parTransId="{C920455E-C6F9-4D5A-8277-01E653B59B98}" sibTransId="{9A377BE9-4CA6-4994-BF60-D46433D2301F}"/>
    <dgm:cxn modelId="{1F3E7527-8633-428C-9BA7-8FA154442666}" type="presOf" srcId="{2AE14FCD-CF77-4A93-A2FA-3A1F74D9932B}" destId="{4742C10C-969E-4130-88E0-38FA9BE4FFEC}" srcOrd="0" destOrd="0" presId="urn:microsoft.com/office/officeart/2005/8/layout/chevron2"/>
    <dgm:cxn modelId="{4877C629-6C8F-4262-B51E-1A7AF2EB2C02}" srcId="{40FAE443-E21C-44AA-A81B-599F7B6D587E}" destId="{3FC327D8-965A-4B02-9DD8-7214A72A8512}" srcOrd="0" destOrd="0" parTransId="{191F04B0-969F-4528-A273-737D82991ED9}" sibTransId="{763BFB95-8321-4B23-863B-5F3B4180E03F}"/>
    <dgm:cxn modelId="{62D15D37-E391-4F38-AE15-DEBDDB712F79}" srcId="{40FAE443-E21C-44AA-A81B-599F7B6D587E}" destId="{B33C0D2C-61CA-46F9-A3D0-047C48B3A814}" srcOrd="3" destOrd="0" parTransId="{8E667A08-BE27-45F1-9B08-3F1B60259075}" sibTransId="{4A46F902-78C0-4D79-B1E1-DCF038CD2528}"/>
    <dgm:cxn modelId="{478EB93B-7E3F-4AC1-95E1-4ABFAF4E062D}" type="presOf" srcId="{3AA6D03A-592A-489F-BBD1-1DD69533813B}" destId="{DDC3D6F1-16C2-49AF-B3B5-6C747058629B}" srcOrd="0" destOrd="0" presId="urn:microsoft.com/office/officeart/2005/8/layout/chevron2"/>
    <dgm:cxn modelId="{C1F2165F-5A30-49AE-B1BE-AD68FA20264F}" type="presOf" srcId="{00C9378B-5E27-4A82-B881-8A08C576EFB0}" destId="{30A8265A-7AC2-497F-AA24-B5498260BE41}" srcOrd="0" destOrd="0" presId="urn:microsoft.com/office/officeart/2005/8/layout/chevron2"/>
    <dgm:cxn modelId="{8C5BAA69-FA3D-47EC-9B36-85DF7826C0AE}" srcId="{00C9378B-5E27-4A82-B881-8A08C576EFB0}" destId="{6BAA869A-0B16-4F4A-9BF2-5EBA7FA0D05F}" srcOrd="0" destOrd="0" parTransId="{86B5B3A5-6EED-4FFB-9E9B-AA6CE3F0AB25}" sibTransId="{D7E69CCC-BFAA-4552-B253-8225F8151F58}"/>
    <dgm:cxn modelId="{9697166B-1FA7-4D0C-BDC1-CDFCDA1AEF17}" type="presOf" srcId="{B33C0D2C-61CA-46F9-A3D0-047C48B3A814}" destId="{D9ACF4AB-36C9-49C6-8250-9F2354C8F6F7}" srcOrd="0" destOrd="0" presId="urn:microsoft.com/office/officeart/2005/8/layout/chevron2"/>
    <dgm:cxn modelId="{3E32C86E-4A2C-438F-B360-2077891EAC4B}" type="presOf" srcId="{6BAA869A-0B16-4F4A-9BF2-5EBA7FA0D05F}" destId="{93A01732-9EE4-4820-8E77-24A14ED5F5B7}" srcOrd="0" destOrd="0" presId="urn:microsoft.com/office/officeart/2005/8/layout/chevron2"/>
    <dgm:cxn modelId="{813B2851-BAEF-4597-AA3F-1AC18F1B1061}" type="presOf" srcId="{873898E8-79E2-4D6F-86D9-8B26CF454AF6}" destId="{4FC72D5C-AB85-4D11-8E4F-D7B8BC3F1F9F}" srcOrd="0" destOrd="0" presId="urn:microsoft.com/office/officeart/2005/8/layout/chevron2"/>
    <dgm:cxn modelId="{FE390875-7A96-4945-9C5D-6915DE54A73E}" srcId="{40FAE443-E21C-44AA-A81B-599F7B6D587E}" destId="{FEE56619-8D6D-4845-B53B-1A832B4E795A}" srcOrd="2" destOrd="0" parTransId="{0A8BC554-8EA5-4792-A7F1-02601309DB8A}" sibTransId="{BC2E5147-BCB0-445C-B0C8-403BD6AEC46B}"/>
    <dgm:cxn modelId="{B323F858-5C37-41F6-BAC8-4A74E94B6D15}" type="presOf" srcId="{3FC327D8-965A-4B02-9DD8-7214A72A8512}" destId="{18059779-F9DC-469D-937B-DEAA6A0F888F}" srcOrd="0" destOrd="0" presId="urn:microsoft.com/office/officeart/2005/8/layout/chevron2"/>
    <dgm:cxn modelId="{8F1CB2B3-932B-4BBA-9BB5-5F40EA5E5EFD}" srcId="{40FAE443-E21C-44AA-A81B-599F7B6D587E}" destId="{00C9378B-5E27-4A82-B881-8A08C576EFB0}" srcOrd="1" destOrd="0" parTransId="{43DC5520-B642-4C76-BA53-584E98F21C2D}" sibTransId="{5C2E8051-11E2-481F-BFE3-B8298F433D8D}"/>
    <dgm:cxn modelId="{8D1395B5-E632-4A7D-BC1B-D825BE311ACE}" type="presOf" srcId="{40FAE443-E21C-44AA-A81B-599F7B6D587E}" destId="{7FB25158-1BA1-43A3-812A-6DC8EA666D2F}" srcOrd="0" destOrd="0" presId="urn:microsoft.com/office/officeart/2005/8/layout/chevron2"/>
    <dgm:cxn modelId="{44B32ACD-7E7D-4AE1-A751-6B38050936F5}" srcId="{FEE56619-8D6D-4845-B53B-1A832B4E795A}" destId="{FF2EEFC9-FCF6-44C3-BB92-F508F916EBE8}" srcOrd="0" destOrd="0" parTransId="{E250B96D-CA80-423B-A321-479EAE935F49}" sibTransId="{A89558D4-D724-4FA6-AB6F-B6F9AE41A694}"/>
    <dgm:cxn modelId="{9233B3D9-FB3C-49EF-9E19-E51ADCFE6B0B}" type="presOf" srcId="{083CA7A5-C4FA-4107-8585-B435E458D504}" destId="{EF7CE2C6-850F-4035-B645-09967AEA6FFD}" srcOrd="0" destOrd="0" presId="urn:microsoft.com/office/officeart/2005/8/layout/chevron2"/>
    <dgm:cxn modelId="{78547DEA-3F19-48E3-AA84-8CFF9F731F2C}" srcId="{3FC327D8-965A-4B02-9DD8-7214A72A8512}" destId="{2AE14FCD-CF77-4A93-A2FA-3A1F74D9932B}" srcOrd="0" destOrd="0" parTransId="{E1EB3A52-294F-47B8-926D-A32404AE09F5}" sibTransId="{0595F7E2-046E-45BF-BED1-AD30EB04FF0A}"/>
    <dgm:cxn modelId="{2BA078FA-E149-45EC-BD7D-9BEFBF2A27DE}" type="presOf" srcId="{FF2EEFC9-FCF6-44C3-BB92-F508F916EBE8}" destId="{D8314F7C-9F02-4432-B518-A8C5234062E0}" srcOrd="0" destOrd="0" presId="urn:microsoft.com/office/officeart/2005/8/layout/chevron2"/>
    <dgm:cxn modelId="{22B705FD-2C39-4F00-B81A-DD5EE4C3BF54}" type="presParOf" srcId="{7FB25158-1BA1-43A3-812A-6DC8EA666D2F}" destId="{2C3E9893-C8F3-4813-BFD3-936EB305E02F}" srcOrd="0" destOrd="0" presId="urn:microsoft.com/office/officeart/2005/8/layout/chevron2"/>
    <dgm:cxn modelId="{E83C38F4-22E5-45BB-AD69-AA0974E08CF2}" type="presParOf" srcId="{2C3E9893-C8F3-4813-BFD3-936EB305E02F}" destId="{18059779-F9DC-469D-937B-DEAA6A0F888F}" srcOrd="0" destOrd="0" presId="urn:microsoft.com/office/officeart/2005/8/layout/chevron2"/>
    <dgm:cxn modelId="{6E6F6BFF-F5C4-4348-8B1B-83AA85350316}" type="presParOf" srcId="{2C3E9893-C8F3-4813-BFD3-936EB305E02F}" destId="{4742C10C-969E-4130-88E0-38FA9BE4FFEC}" srcOrd="1" destOrd="0" presId="urn:microsoft.com/office/officeart/2005/8/layout/chevron2"/>
    <dgm:cxn modelId="{7895F63A-EDDC-48B3-8C42-0E13FC74D5B2}" type="presParOf" srcId="{7FB25158-1BA1-43A3-812A-6DC8EA666D2F}" destId="{452BE471-3EED-4EE0-BA70-03700857DA38}" srcOrd="1" destOrd="0" presId="urn:microsoft.com/office/officeart/2005/8/layout/chevron2"/>
    <dgm:cxn modelId="{902A110B-EFFE-4FC0-8553-52F652888AFE}" type="presParOf" srcId="{7FB25158-1BA1-43A3-812A-6DC8EA666D2F}" destId="{2B5CCA03-4107-46F9-B89A-A59351FB4A74}" srcOrd="2" destOrd="0" presId="urn:microsoft.com/office/officeart/2005/8/layout/chevron2"/>
    <dgm:cxn modelId="{034F0742-C519-4EDB-BEB5-8494364BB756}" type="presParOf" srcId="{2B5CCA03-4107-46F9-B89A-A59351FB4A74}" destId="{30A8265A-7AC2-497F-AA24-B5498260BE41}" srcOrd="0" destOrd="0" presId="urn:microsoft.com/office/officeart/2005/8/layout/chevron2"/>
    <dgm:cxn modelId="{649CBE8E-9C9F-4A95-B96D-D2558EACDFD8}" type="presParOf" srcId="{2B5CCA03-4107-46F9-B89A-A59351FB4A74}" destId="{93A01732-9EE4-4820-8E77-24A14ED5F5B7}" srcOrd="1" destOrd="0" presId="urn:microsoft.com/office/officeart/2005/8/layout/chevron2"/>
    <dgm:cxn modelId="{20647C12-693A-464A-BD88-A9934AE2E41D}" type="presParOf" srcId="{7FB25158-1BA1-43A3-812A-6DC8EA666D2F}" destId="{73A36C79-75A3-44A1-8F0D-E4BFD03CF057}" srcOrd="3" destOrd="0" presId="urn:microsoft.com/office/officeart/2005/8/layout/chevron2"/>
    <dgm:cxn modelId="{6B8BD65A-B134-401A-8E16-4D94057675A5}" type="presParOf" srcId="{7FB25158-1BA1-43A3-812A-6DC8EA666D2F}" destId="{54727D5D-C428-4F37-B61D-57A970E000F5}" srcOrd="4" destOrd="0" presId="urn:microsoft.com/office/officeart/2005/8/layout/chevron2"/>
    <dgm:cxn modelId="{0A754380-CFEA-46F5-9273-4C57BE6A1943}" type="presParOf" srcId="{54727D5D-C428-4F37-B61D-57A970E000F5}" destId="{7FF9CBA6-FFC4-4E71-B130-545E68E5BC93}" srcOrd="0" destOrd="0" presId="urn:microsoft.com/office/officeart/2005/8/layout/chevron2"/>
    <dgm:cxn modelId="{897F5700-26DC-4C10-BB33-AD9646F4FEA4}" type="presParOf" srcId="{54727D5D-C428-4F37-B61D-57A970E000F5}" destId="{D8314F7C-9F02-4432-B518-A8C5234062E0}" srcOrd="1" destOrd="0" presId="urn:microsoft.com/office/officeart/2005/8/layout/chevron2"/>
    <dgm:cxn modelId="{F6CC98B8-02F7-4573-8764-5EFBE005BEC8}" type="presParOf" srcId="{7FB25158-1BA1-43A3-812A-6DC8EA666D2F}" destId="{B03E576A-B57F-439B-B610-865C0533CC51}" srcOrd="5" destOrd="0" presId="urn:microsoft.com/office/officeart/2005/8/layout/chevron2"/>
    <dgm:cxn modelId="{27912FDE-1487-44B2-BF73-7ACD6D2D96E2}" type="presParOf" srcId="{7FB25158-1BA1-43A3-812A-6DC8EA666D2F}" destId="{9348A882-E65E-4F8E-9D65-FC358C51004A}" srcOrd="6" destOrd="0" presId="urn:microsoft.com/office/officeart/2005/8/layout/chevron2"/>
    <dgm:cxn modelId="{4B581EDA-599C-42BE-8B0C-799405504025}" type="presParOf" srcId="{9348A882-E65E-4F8E-9D65-FC358C51004A}" destId="{D9ACF4AB-36C9-49C6-8250-9F2354C8F6F7}" srcOrd="0" destOrd="0" presId="urn:microsoft.com/office/officeart/2005/8/layout/chevron2"/>
    <dgm:cxn modelId="{ADAC42C4-D2DA-4606-B5D3-D4D9A4C8AEE7}" type="presParOf" srcId="{9348A882-E65E-4F8E-9D65-FC358C51004A}" destId="{EF7CE2C6-850F-4035-B645-09967AEA6FFD}" srcOrd="1" destOrd="0" presId="urn:microsoft.com/office/officeart/2005/8/layout/chevron2"/>
    <dgm:cxn modelId="{26FE14D0-87C5-4B57-B9E9-0CD67DBF6C84}" type="presParOf" srcId="{7FB25158-1BA1-43A3-812A-6DC8EA666D2F}" destId="{F16FC4EC-3AE8-4ADF-9598-CEA831460FBA}" srcOrd="7" destOrd="0" presId="urn:microsoft.com/office/officeart/2005/8/layout/chevron2"/>
    <dgm:cxn modelId="{4C091545-FD8F-42CE-95EA-CBCB72B67AC7}" type="presParOf" srcId="{7FB25158-1BA1-43A3-812A-6DC8EA666D2F}" destId="{263BFD6C-08E9-41D2-AB31-10912311B128}" srcOrd="8" destOrd="0" presId="urn:microsoft.com/office/officeart/2005/8/layout/chevron2"/>
    <dgm:cxn modelId="{C7E5F3D1-2623-40C0-B1BE-E4813EC92E93}" type="presParOf" srcId="{263BFD6C-08E9-41D2-AB31-10912311B128}" destId="{4FC72D5C-AB85-4D11-8E4F-D7B8BC3F1F9F}" srcOrd="0" destOrd="0" presId="urn:microsoft.com/office/officeart/2005/8/layout/chevron2"/>
    <dgm:cxn modelId="{742CE488-CE42-4F49-B7A0-CCB3E0E4ACF8}" type="presParOf" srcId="{263BFD6C-08E9-41D2-AB31-10912311B128}" destId="{DDC3D6F1-16C2-49AF-B3B5-6C747058629B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40FAE443-E21C-44AA-A81B-599F7B6D587E}" type="doc">
      <dgm:prSet loTypeId="urn:microsoft.com/office/officeart/2005/8/layout/chevron2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3FC327D8-965A-4B02-9DD8-7214A72A8512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1.</a:t>
          </a:r>
        </a:p>
      </dgm:t>
    </dgm:pt>
    <dgm:pt modelId="{191F04B0-969F-4528-A273-737D82991ED9}" type="parTrans" cxnId="{4877C629-6C8F-4262-B51E-1A7AF2EB2C02}">
      <dgm:prSet/>
      <dgm:spPr/>
      <dgm:t>
        <a:bodyPr/>
        <a:lstStyle/>
        <a:p>
          <a:endParaRPr lang="de-DE" sz="1700"/>
        </a:p>
      </dgm:t>
    </dgm:pt>
    <dgm:pt modelId="{763BFB95-8321-4B23-863B-5F3B4180E03F}" type="sibTrans" cxnId="{4877C629-6C8F-4262-B51E-1A7AF2EB2C02}">
      <dgm:prSet/>
      <dgm:spPr/>
      <dgm:t>
        <a:bodyPr/>
        <a:lstStyle/>
        <a:p>
          <a:endParaRPr lang="de-DE" sz="1700"/>
        </a:p>
      </dgm:t>
    </dgm:pt>
    <dgm:pt modelId="{2AE14FCD-CF77-4A93-A2FA-3A1F74D9932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gm:t>
    </dgm:pt>
    <dgm:pt modelId="{E1EB3A52-294F-47B8-926D-A32404AE09F5}" type="parTrans" cxnId="{78547DEA-3F19-48E3-AA84-8CFF9F731F2C}">
      <dgm:prSet/>
      <dgm:spPr/>
      <dgm:t>
        <a:bodyPr/>
        <a:lstStyle/>
        <a:p>
          <a:endParaRPr lang="de-DE" sz="1700"/>
        </a:p>
      </dgm:t>
    </dgm:pt>
    <dgm:pt modelId="{0595F7E2-046E-45BF-BED1-AD30EB04FF0A}" type="sibTrans" cxnId="{78547DEA-3F19-48E3-AA84-8CFF9F731F2C}">
      <dgm:prSet/>
      <dgm:spPr/>
      <dgm:t>
        <a:bodyPr/>
        <a:lstStyle/>
        <a:p>
          <a:endParaRPr lang="de-DE" sz="1700"/>
        </a:p>
      </dgm:t>
    </dgm:pt>
    <dgm:pt modelId="{00C9378B-5E27-4A82-B881-8A08C576EFB0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2.</a:t>
          </a:r>
        </a:p>
      </dgm:t>
    </dgm:pt>
    <dgm:pt modelId="{43DC5520-B642-4C76-BA53-584E98F21C2D}" type="parTrans" cxnId="{8F1CB2B3-932B-4BBA-9BB5-5F40EA5E5EFD}">
      <dgm:prSet/>
      <dgm:spPr/>
      <dgm:t>
        <a:bodyPr/>
        <a:lstStyle/>
        <a:p>
          <a:endParaRPr lang="de-DE" sz="1700"/>
        </a:p>
      </dgm:t>
    </dgm:pt>
    <dgm:pt modelId="{5C2E8051-11E2-481F-BFE3-B8298F433D8D}" type="sibTrans" cxnId="{8F1CB2B3-932B-4BBA-9BB5-5F40EA5E5EFD}">
      <dgm:prSet/>
      <dgm:spPr/>
      <dgm:t>
        <a:bodyPr/>
        <a:lstStyle/>
        <a:p>
          <a:endParaRPr lang="de-DE" sz="1700"/>
        </a:p>
      </dgm:t>
    </dgm:pt>
    <dgm:pt modelId="{6BAA869A-0B16-4F4A-9BF2-5EBA7FA0D05F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tx1"/>
              </a:solidFill>
            </a:rPr>
            <a:t>Methodology</a:t>
          </a:r>
        </a:p>
      </dgm:t>
    </dgm:pt>
    <dgm:pt modelId="{86B5B3A5-6EED-4FFB-9E9B-AA6CE3F0AB25}" type="parTrans" cxnId="{8C5BAA69-FA3D-47EC-9B36-85DF7826C0AE}">
      <dgm:prSet/>
      <dgm:spPr/>
      <dgm:t>
        <a:bodyPr/>
        <a:lstStyle/>
        <a:p>
          <a:endParaRPr lang="de-DE" sz="1700"/>
        </a:p>
      </dgm:t>
    </dgm:pt>
    <dgm:pt modelId="{D7E69CCC-BFAA-4552-B253-8225F8151F58}" type="sibTrans" cxnId="{8C5BAA69-FA3D-47EC-9B36-85DF7826C0AE}">
      <dgm:prSet/>
      <dgm:spPr/>
      <dgm:t>
        <a:bodyPr/>
        <a:lstStyle/>
        <a:p>
          <a:endParaRPr lang="de-DE" sz="1700"/>
        </a:p>
      </dgm:t>
    </dgm:pt>
    <dgm:pt modelId="{FEE56619-8D6D-4845-B53B-1A832B4E795A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3.</a:t>
          </a:r>
        </a:p>
      </dgm:t>
    </dgm:pt>
    <dgm:pt modelId="{0A8BC554-8EA5-4792-A7F1-02601309DB8A}" type="parTrans" cxnId="{FE390875-7A96-4945-9C5D-6915DE54A73E}">
      <dgm:prSet/>
      <dgm:spPr/>
      <dgm:t>
        <a:bodyPr/>
        <a:lstStyle/>
        <a:p>
          <a:endParaRPr lang="de-DE" sz="1700"/>
        </a:p>
      </dgm:t>
    </dgm:pt>
    <dgm:pt modelId="{BC2E5147-BCB0-445C-B0C8-403BD6AEC46B}" type="sibTrans" cxnId="{FE390875-7A96-4945-9C5D-6915DE54A73E}">
      <dgm:prSet/>
      <dgm:spPr/>
      <dgm:t>
        <a:bodyPr/>
        <a:lstStyle/>
        <a:p>
          <a:endParaRPr lang="de-DE" sz="1700"/>
        </a:p>
      </dgm:t>
    </dgm:pt>
    <dgm:pt modelId="{FF2EEFC9-FCF6-44C3-BB92-F508F916EBE8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gm:t>
    </dgm:pt>
    <dgm:pt modelId="{E250B96D-CA80-423B-A321-479EAE935F49}" type="parTrans" cxnId="{44B32ACD-7E7D-4AE1-A751-6B38050936F5}">
      <dgm:prSet/>
      <dgm:spPr/>
      <dgm:t>
        <a:bodyPr/>
        <a:lstStyle/>
        <a:p>
          <a:endParaRPr lang="de-DE" sz="1700"/>
        </a:p>
      </dgm:t>
    </dgm:pt>
    <dgm:pt modelId="{A89558D4-D724-4FA6-AB6F-B6F9AE41A694}" type="sibTrans" cxnId="{44B32ACD-7E7D-4AE1-A751-6B38050936F5}">
      <dgm:prSet/>
      <dgm:spPr/>
      <dgm:t>
        <a:bodyPr/>
        <a:lstStyle/>
        <a:p>
          <a:endParaRPr lang="de-DE" sz="1700"/>
        </a:p>
      </dgm:t>
    </dgm:pt>
    <dgm:pt modelId="{B33C0D2C-61CA-46F9-A3D0-047C48B3A814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4.</a:t>
          </a:r>
        </a:p>
      </dgm:t>
    </dgm:pt>
    <dgm:pt modelId="{8E667A08-BE27-45F1-9B08-3F1B60259075}" type="parTrans" cxnId="{62D15D37-E391-4F38-AE15-DEBDDB712F79}">
      <dgm:prSet/>
      <dgm:spPr/>
      <dgm:t>
        <a:bodyPr/>
        <a:lstStyle/>
        <a:p>
          <a:endParaRPr lang="de-DE" sz="1700"/>
        </a:p>
      </dgm:t>
    </dgm:pt>
    <dgm:pt modelId="{4A46F902-78C0-4D79-B1E1-DCF038CD2528}" type="sibTrans" cxnId="{62D15D37-E391-4F38-AE15-DEBDDB712F79}">
      <dgm:prSet/>
      <dgm:spPr/>
      <dgm:t>
        <a:bodyPr/>
        <a:lstStyle/>
        <a:p>
          <a:endParaRPr lang="de-DE" sz="1700"/>
        </a:p>
      </dgm:t>
    </dgm:pt>
    <dgm:pt modelId="{873898E8-79E2-4D6F-86D9-8B26CF454AF6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5.</a:t>
          </a:r>
        </a:p>
      </dgm:t>
    </dgm:pt>
    <dgm:pt modelId="{C920455E-C6F9-4D5A-8277-01E653B59B98}" type="parTrans" cxnId="{03F03821-B40F-46FB-86C2-A51723C85A9E}">
      <dgm:prSet/>
      <dgm:spPr/>
      <dgm:t>
        <a:bodyPr/>
        <a:lstStyle/>
        <a:p>
          <a:endParaRPr lang="de-DE" sz="1700"/>
        </a:p>
      </dgm:t>
    </dgm:pt>
    <dgm:pt modelId="{9A377BE9-4CA6-4994-BF60-D46433D2301F}" type="sibTrans" cxnId="{03F03821-B40F-46FB-86C2-A51723C85A9E}">
      <dgm:prSet/>
      <dgm:spPr/>
      <dgm:t>
        <a:bodyPr/>
        <a:lstStyle/>
        <a:p>
          <a:endParaRPr lang="de-DE" sz="1700"/>
        </a:p>
      </dgm:t>
    </dgm:pt>
    <dgm:pt modelId="{083CA7A5-C4FA-4107-8585-B435E458D504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gm:t>
    </dgm:pt>
    <dgm:pt modelId="{026D83A8-FBE4-4E88-A48B-FC4955B84387}" type="parTrans" cxnId="{94815B0C-B29F-4B41-BB48-6A0AFF9515A2}">
      <dgm:prSet/>
      <dgm:spPr/>
      <dgm:t>
        <a:bodyPr/>
        <a:lstStyle/>
        <a:p>
          <a:endParaRPr lang="de-DE" sz="1700"/>
        </a:p>
      </dgm:t>
    </dgm:pt>
    <dgm:pt modelId="{BBF1A80F-C165-4D13-B148-018A61DD4C4E}" type="sibTrans" cxnId="{94815B0C-B29F-4B41-BB48-6A0AFF9515A2}">
      <dgm:prSet/>
      <dgm:spPr/>
      <dgm:t>
        <a:bodyPr/>
        <a:lstStyle/>
        <a:p>
          <a:endParaRPr lang="de-DE" sz="1700"/>
        </a:p>
      </dgm:t>
    </dgm:pt>
    <dgm:pt modelId="{3AA6D03A-592A-489F-BBD1-1DD69533813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gm:t>
    </dgm:pt>
    <dgm:pt modelId="{A97680D6-E53B-4085-899A-3F1B00FFF512}" type="parTrans" cxnId="{25CE440A-1A20-42EA-8C7E-AD7C2D6A68EE}">
      <dgm:prSet/>
      <dgm:spPr/>
      <dgm:t>
        <a:bodyPr/>
        <a:lstStyle/>
        <a:p>
          <a:endParaRPr lang="de-DE" sz="1700"/>
        </a:p>
      </dgm:t>
    </dgm:pt>
    <dgm:pt modelId="{E6D8962F-6D8C-40B3-B559-2308F23DCF33}" type="sibTrans" cxnId="{25CE440A-1A20-42EA-8C7E-AD7C2D6A68EE}">
      <dgm:prSet/>
      <dgm:spPr/>
      <dgm:t>
        <a:bodyPr/>
        <a:lstStyle/>
        <a:p>
          <a:endParaRPr lang="de-DE" sz="1700"/>
        </a:p>
      </dgm:t>
    </dgm:pt>
    <dgm:pt modelId="{7FB25158-1BA1-43A3-812A-6DC8EA666D2F}" type="pres">
      <dgm:prSet presAssocID="{40FAE443-E21C-44AA-A81B-599F7B6D587E}" presName="linearFlow" presStyleCnt="0">
        <dgm:presLayoutVars>
          <dgm:dir/>
          <dgm:animLvl val="lvl"/>
          <dgm:resizeHandles val="exact"/>
        </dgm:presLayoutVars>
      </dgm:prSet>
      <dgm:spPr/>
    </dgm:pt>
    <dgm:pt modelId="{2C3E9893-C8F3-4813-BFD3-936EB305E02F}" type="pres">
      <dgm:prSet presAssocID="{3FC327D8-965A-4B02-9DD8-7214A72A8512}" presName="composite" presStyleCnt="0"/>
      <dgm:spPr/>
    </dgm:pt>
    <dgm:pt modelId="{18059779-F9DC-469D-937B-DEAA6A0F888F}" type="pres">
      <dgm:prSet presAssocID="{3FC327D8-965A-4B02-9DD8-7214A72A8512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4742C10C-969E-4130-88E0-38FA9BE4FFEC}" type="pres">
      <dgm:prSet presAssocID="{3FC327D8-965A-4B02-9DD8-7214A72A8512}" presName="descendantText" presStyleLbl="alignAcc1" presStyleIdx="0" presStyleCnt="5">
        <dgm:presLayoutVars>
          <dgm:bulletEnabled val="1"/>
        </dgm:presLayoutVars>
      </dgm:prSet>
      <dgm:spPr/>
    </dgm:pt>
    <dgm:pt modelId="{452BE471-3EED-4EE0-BA70-03700857DA38}" type="pres">
      <dgm:prSet presAssocID="{763BFB95-8321-4B23-863B-5F3B4180E03F}" presName="sp" presStyleCnt="0"/>
      <dgm:spPr/>
    </dgm:pt>
    <dgm:pt modelId="{2B5CCA03-4107-46F9-B89A-A59351FB4A74}" type="pres">
      <dgm:prSet presAssocID="{00C9378B-5E27-4A82-B881-8A08C576EFB0}" presName="composite" presStyleCnt="0"/>
      <dgm:spPr/>
    </dgm:pt>
    <dgm:pt modelId="{30A8265A-7AC2-497F-AA24-B5498260BE41}" type="pres">
      <dgm:prSet presAssocID="{00C9378B-5E27-4A82-B881-8A08C576EFB0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93A01732-9EE4-4820-8E77-24A14ED5F5B7}" type="pres">
      <dgm:prSet presAssocID="{00C9378B-5E27-4A82-B881-8A08C576EFB0}" presName="descendantText" presStyleLbl="alignAcc1" presStyleIdx="1" presStyleCnt="5">
        <dgm:presLayoutVars>
          <dgm:bulletEnabled val="1"/>
        </dgm:presLayoutVars>
      </dgm:prSet>
      <dgm:spPr/>
    </dgm:pt>
    <dgm:pt modelId="{73A36C79-75A3-44A1-8F0D-E4BFD03CF057}" type="pres">
      <dgm:prSet presAssocID="{5C2E8051-11E2-481F-BFE3-B8298F433D8D}" presName="sp" presStyleCnt="0"/>
      <dgm:spPr/>
    </dgm:pt>
    <dgm:pt modelId="{54727D5D-C428-4F37-B61D-57A970E000F5}" type="pres">
      <dgm:prSet presAssocID="{FEE56619-8D6D-4845-B53B-1A832B4E795A}" presName="composite" presStyleCnt="0"/>
      <dgm:spPr/>
    </dgm:pt>
    <dgm:pt modelId="{7FF9CBA6-FFC4-4E71-B130-545E68E5BC93}" type="pres">
      <dgm:prSet presAssocID="{FEE56619-8D6D-4845-B53B-1A832B4E795A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D8314F7C-9F02-4432-B518-A8C5234062E0}" type="pres">
      <dgm:prSet presAssocID="{FEE56619-8D6D-4845-B53B-1A832B4E795A}" presName="descendantText" presStyleLbl="alignAcc1" presStyleIdx="2" presStyleCnt="5">
        <dgm:presLayoutVars>
          <dgm:bulletEnabled val="1"/>
        </dgm:presLayoutVars>
      </dgm:prSet>
      <dgm:spPr/>
    </dgm:pt>
    <dgm:pt modelId="{B03E576A-B57F-439B-B610-865C0533CC51}" type="pres">
      <dgm:prSet presAssocID="{BC2E5147-BCB0-445C-B0C8-403BD6AEC46B}" presName="sp" presStyleCnt="0"/>
      <dgm:spPr/>
    </dgm:pt>
    <dgm:pt modelId="{9348A882-E65E-4F8E-9D65-FC358C51004A}" type="pres">
      <dgm:prSet presAssocID="{B33C0D2C-61CA-46F9-A3D0-047C48B3A814}" presName="composite" presStyleCnt="0"/>
      <dgm:spPr/>
    </dgm:pt>
    <dgm:pt modelId="{D9ACF4AB-36C9-49C6-8250-9F2354C8F6F7}" type="pres">
      <dgm:prSet presAssocID="{B33C0D2C-61CA-46F9-A3D0-047C48B3A814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EF7CE2C6-850F-4035-B645-09967AEA6FFD}" type="pres">
      <dgm:prSet presAssocID="{B33C0D2C-61CA-46F9-A3D0-047C48B3A814}" presName="descendantText" presStyleLbl="alignAcc1" presStyleIdx="3" presStyleCnt="5">
        <dgm:presLayoutVars>
          <dgm:bulletEnabled val="1"/>
        </dgm:presLayoutVars>
      </dgm:prSet>
      <dgm:spPr/>
    </dgm:pt>
    <dgm:pt modelId="{F16FC4EC-3AE8-4ADF-9598-CEA831460FBA}" type="pres">
      <dgm:prSet presAssocID="{4A46F902-78C0-4D79-B1E1-DCF038CD2528}" presName="sp" presStyleCnt="0"/>
      <dgm:spPr/>
    </dgm:pt>
    <dgm:pt modelId="{263BFD6C-08E9-41D2-AB31-10912311B128}" type="pres">
      <dgm:prSet presAssocID="{873898E8-79E2-4D6F-86D9-8B26CF454AF6}" presName="composite" presStyleCnt="0"/>
      <dgm:spPr/>
    </dgm:pt>
    <dgm:pt modelId="{4FC72D5C-AB85-4D11-8E4F-D7B8BC3F1F9F}" type="pres">
      <dgm:prSet presAssocID="{873898E8-79E2-4D6F-86D9-8B26CF454AF6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DDC3D6F1-16C2-49AF-B3B5-6C747058629B}" type="pres">
      <dgm:prSet presAssocID="{873898E8-79E2-4D6F-86D9-8B26CF454AF6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25CE440A-1A20-42EA-8C7E-AD7C2D6A68EE}" srcId="{873898E8-79E2-4D6F-86D9-8B26CF454AF6}" destId="{3AA6D03A-592A-489F-BBD1-1DD69533813B}" srcOrd="0" destOrd="0" parTransId="{A97680D6-E53B-4085-899A-3F1B00FFF512}" sibTransId="{E6D8962F-6D8C-40B3-B559-2308F23DCF33}"/>
    <dgm:cxn modelId="{94815B0C-B29F-4B41-BB48-6A0AFF9515A2}" srcId="{B33C0D2C-61CA-46F9-A3D0-047C48B3A814}" destId="{083CA7A5-C4FA-4107-8585-B435E458D504}" srcOrd="0" destOrd="0" parTransId="{026D83A8-FBE4-4E88-A48B-FC4955B84387}" sibTransId="{BBF1A80F-C165-4D13-B148-018A61DD4C4E}"/>
    <dgm:cxn modelId="{96F02414-B8D5-4D3B-97C3-18F6762F8BA8}" type="presOf" srcId="{FEE56619-8D6D-4845-B53B-1A832B4E795A}" destId="{7FF9CBA6-FFC4-4E71-B130-545E68E5BC93}" srcOrd="0" destOrd="0" presId="urn:microsoft.com/office/officeart/2005/8/layout/chevron2"/>
    <dgm:cxn modelId="{03F03821-B40F-46FB-86C2-A51723C85A9E}" srcId="{40FAE443-E21C-44AA-A81B-599F7B6D587E}" destId="{873898E8-79E2-4D6F-86D9-8B26CF454AF6}" srcOrd="4" destOrd="0" parTransId="{C920455E-C6F9-4D5A-8277-01E653B59B98}" sibTransId="{9A377BE9-4CA6-4994-BF60-D46433D2301F}"/>
    <dgm:cxn modelId="{1F3E7527-8633-428C-9BA7-8FA154442666}" type="presOf" srcId="{2AE14FCD-CF77-4A93-A2FA-3A1F74D9932B}" destId="{4742C10C-969E-4130-88E0-38FA9BE4FFEC}" srcOrd="0" destOrd="0" presId="urn:microsoft.com/office/officeart/2005/8/layout/chevron2"/>
    <dgm:cxn modelId="{4877C629-6C8F-4262-B51E-1A7AF2EB2C02}" srcId="{40FAE443-E21C-44AA-A81B-599F7B6D587E}" destId="{3FC327D8-965A-4B02-9DD8-7214A72A8512}" srcOrd="0" destOrd="0" parTransId="{191F04B0-969F-4528-A273-737D82991ED9}" sibTransId="{763BFB95-8321-4B23-863B-5F3B4180E03F}"/>
    <dgm:cxn modelId="{62D15D37-E391-4F38-AE15-DEBDDB712F79}" srcId="{40FAE443-E21C-44AA-A81B-599F7B6D587E}" destId="{B33C0D2C-61CA-46F9-A3D0-047C48B3A814}" srcOrd="3" destOrd="0" parTransId="{8E667A08-BE27-45F1-9B08-3F1B60259075}" sibTransId="{4A46F902-78C0-4D79-B1E1-DCF038CD2528}"/>
    <dgm:cxn modelId="{478EB93B-7E3F-4AC1-95E1-4ABFAF4E062D}" type="presOf" srcId="{3AA6D03A-592A-489F-BBD1-1DD69533813B}" destId="{DDC3D6F1-16C2-49AF-B3B5-6C747058629B}" srcOrd="0" destOrd="0" presId="urn:microsoft.com/office/officeart/2005/8/layout/chevron2"/>
    <dgm:cxn modelId="{C1F2165F-5A30-49AE-B1BE-AD68FA20264F}" type="presOf" srcId="{00C9378B-5E27-4A82-B881-8A08C576EFB0}" destId="{30A8265A-7AC2-497F-AA24-B5498260BE41}" srcOrd="0" destOrd="0" presId="urn:microsoft.com/office/officeart/2005/8/layout/chevron2"/>
    <dgm:cxn modelId="{8C5BAA69-FA3D-47EC-9B36-85DF7826C0AE}" srcId="{00C9378B-5E27-4A82-B881-8A08C576EFB0}" destId="{6BAA869A-0B16-4F4A-9BF2-5EBA7FA0D05F}" srcOrd="0" destOrd="0" parTransId="{86B5B3A5-6EED-4FFB-9E9B-AA6CE3F0AB25}" sibTransId="{D7E69CCC-BFAA-4552-B253-8225F8151F58}"/>
    <dgm:cxn modelId="{9697166B-1FA7-4D0C-BDC1-CDFCDA1AEF17}" type="presOf" srcId="{B33C0D2C-61CA-46F9-A3D0-047C48B3A814}" destId="{D9ACF4AB-36C9-49C6-8250-9F2354C8F6F7}" srcOrd="0" destOrd="0" presId="urn:microsoft.com/office/officeart/2005/8/layout/chevron2"/>
    <dgm:cxn modelId="{3E32C86E-4A2C-438F-B360-2077891EAC4B}" type="presOf" srcId="{6BAA869A-0B16-4F4A-9BF2-5EBA7FA0D05F}" destId="{93A01732-9EE4-4820-8E77-24A14ED5F5B7}" srcOrd="0" destOrd="0" presId="urn:microsoft.com/office/officeart/2005/8/layout/chevron2"/>
    <dgm:cxn modelId="{813B2851-BAEF-4597-AA3F-1AC18F1B1061}" type="presOf" srcId="{873898E8-79E2-4D6F-86D9-8B26CF454AF6}" destId="{4FC72D5C-AB85-4D11-8E4F-D7B8BC3F1F9F}" srcOrd="0" destOrd="0" presId="urn:microsoft.com/office/officeart/2005/8/layout/chevron2"/>
    <dgm:cxn modelId="{FE390875-7A96-4945-9C5D-6915DE54A73E}" srcId="{40FAE443-E21C-44AA-A81B-599F7B6D587E}" destId="{FEE56619-8D6D-4845-B53B-1A832B4E795A}" srcOrd="2" destOrd="0" parTransId="{0A8BC554-8EA5-4792-A7F1-02601309DB8A}" sibTransId="{BC2E5147-BCB0-445C-B0C8-403BD6AEC46B}"/>
    <dgm:cxn modelId="{B323F858-5C37-41F6-BAC8-4A74E94B6D15}" type="presOf" srcId="{3FC327D8-965A-4B02-9DD8-7214A72A8512}" destId="{18059779-F9DC-469D-937B-DEAA6A0F888F}" srcOrd="0" destOrd="0" presId="urn:microsoft.com/office/officeart/2005/8/layout/chevron2"/>
    <dgm:cxn modelId="{8F1CB2B3-932B-4BBA-9BB5-5F40EA5E5EFD}" srcId="{40FAE443-E21C-44AA-A81B-599F7B6D587E}" destId="{00C9378B-5E27-4A82-B881-8A08C576EFB0}" srcOrd="1" destOrd="0" parTransId="{43DC5520-B642-4C76-BA53-584E98F21C2D}" sibTransId="{5C2E8051-11E2-481F-BFE3-B8298F433D8D}"/>
    <dgm:cxn modelId="{8D1395B5-E632-4A7D-BC1B-D825BE311ACE}" type="presOf" srcId="{40FAE443-E21C-44AA-A81B-599F7B6D587E}" destId="{7FB25158-1BA1-43A3-812A-6DC8EA666D2F}" srcOrd="0" destOrd="0" presId="urn:microsoft.com/office/officeart/2005/8/layout/chevron2"/>
    <dgm:cxn modelId="{44B32ACD-7E7D-4AE1-A751-6B38050936F5}" srcId="{FEE56619-8D6D-4845-B53B-1A832B4E795A}" destId="{FF2EEFC9-FCF6-44C3-BB92-F508F916EBE8}" srcOrd="0" destOrd="0" parTransId="{E250B96D-CA80-423B-A321-479EAE935F49}" sibTransId="{A89558D4-D724-4FA6-AB6F-B6F9AE41A694}"/>
    <dgm:cxn modelId="{9233B3D9-FB3C-49EF-9E19-E51ADCFE6B0B}" type="presOf" srcId="{083CA7A5-C4FA-4107-8585-B435E458D504}" destId="{EF7CE2C6-850F-4035-B645-09967AEA6FFD}" srcOrd="0" destOrd="0" presId="urn:microsoft.com/office/officeart/2005/8/layout/chevron2"/>
    <dgm:cxn modelId="{78547DEA-3F19-48E3-AA84-8CFF9F731F2C}" srcId="{3FC327D8-965A-4B02-9DD8-7214A72A8512}" destId="{2AE14FCD-CF77-4A93-A2FA-3A1F74D9932B}" srcOrd="0" destOrd="0" parTransId="{E1EB3A52-294F-47B8-926D-A32404AE09F5}" sibTransId="{0595F7E2-046E-45BF-BED1-AD30EB04FF0A}"/>
    <dgm:cxn modelId="{2BA078FA-E149-45EC-BD7D-9BEFBF2A27DE}" type="presOf" srcId="{FF2EEFC9-FCF6-44C3-BB92-F508F916EBE8}" destId="{D8314F7C-9F02-4432-B518-A8C5234062E0}" srcOrd="0" destOrd="0" presId="urn:microsoft.com/office/officeart/2005/8/layout/chevron2"/>
    <dgm:cxn modelId="{22B705FD-2C39-4F00-B81A-DD5EE4C3BF54}" type="presParOf" srcId="{7FB25158-1BA1-43A3-812A-6DC8EA666D2F}" destId="{2C3E9893-C8F3-4813-BFD3-936EB305E02F}" srcOrd="0" destOrd="0" presId="urn:microsoft.com/office/officeart/2005/8/layout/chevron2"/>
    <dgm:cxn modelId="{E83C38F4-22E5-45BB-AD69-AA0974E08CF2}" type="presParOf" srcId="{2C3E9893-C8F3-4813-BFD3-936EB305E02F}" destId="{18059779-F9DC-469D-937B-DEAA6A0F888F}" srcOrd="0" destOrd="0" presId="urn:microsoft.com/office/officeart/2005/8/layout/chevron2"/>
    <dgm:cxn modelId="{6E6F6BFF-F5C4-4348-8B1B-83AA85350316}" type="presParOf" srcId="{2C3E9893-C8F3-4813-BFD3-936EB305E02F}" destId="{4742C10C-969E-4130-88E0-38FA9BE4FFEC}" srcOrd="1" destOrd="0" presId="urn:microsoft.com/office/officeart/2005/8/layout/chevron2"/>
    <dgm:cxn modelId="{7895F63A-EDDC-48B3-8C42-0E13FC74D5B2}" type="presParOf" srcId="{7FB25158-1BA1-43A3-812A-6DC8EA666D2F}" destId="{452BE471-3EED-4EE0-BA70-03700857DA38}" srcOrd="1" destOrd="0" presId="urn:microsoft.com/office/officeart/2005/8/layout/chevron2"/>
    <dgm:cxn modelId="{902A110B-EFFE-4FC0-8553-52F652888AFE}" type="presParOf" srcId="{7FB25158-1BA1-43A3-812A-6DC8EA666D2F}" destId="{2B5CCA03-4107-46F9-B89A-A59351FB4A74}" srcOrd="2" destOrd="0" presId="urn:microsoft.com/office/officeart/2005/8/layout/chevron2"/>
    <dgm:cxn modelId="{034F0742-C519-4EDB-BEB5-8494364BB756}" type="presParOf" srcId="{2B5CCA03-4107-46F9-B89A-A59351FB4A74}" destId="{30A8265A-7AC2-497F-AA24-B5498260BE41}" srcOrd="0" destOrd="0" presId="urn:microsoft.com/office/officeart/2005/8/layout/chevron2"/>
    <dgm:cxn modelId="{649CBE8E-9C9F-4A95-B96D-D2558EACDFD8}" type="presParOf" srcId="{2B5CCA03-4107-46F9-B89A-A59351FB4A74}" destId="{93A01732-9EE4-4820-8E77-24A14ED5F5B7}" srcOrd="1" destOrd="0" presId="urn:microsoft.com/office/officeart/2005/8/layout/chevron2"/>
    <dgm:cxn modelId="{20647C12-693A-464A-BD88-A9934AE2E41D}" type="presParOf" srcId="{7FB25158-1BA1-43A3-812A-6DC8EA666D2F}" destId="{73A36C79-75A3-44A1-8F0D-E4BFD03CF057}" srcOrd="3" destOrd="0" presId="urn:microsoft.com/office/officeart/2005/8/layout/chevron2"/>
    <dgm:cxn modelId="{6B8BD65A-B134-401A-8E16-4D94057675A5}" type="presParOf" srcId="{7FB25158-1BA1-43A3-812A-6DC8EA666D2F}" destId="{54727D5D-C428-4F37-B61D-57A970E000F5}" srcOrd="4" destOrd="0" presId="urn:microsoft.com/office/officeart/2005/8/layout/chevron2"/>
    <dgm:cxn modelId="{0A754380-CFEA-46F5-9273-4C57BE6A1943}" type="presParOf" srcId="{54727D5D-C428-4F37-B61D-57A970E000F5}" destId="{7FF9CBA6-FFC4-4E71-B130-545E68E5BC93}" srcOrd="0" destOrd="0" presId="urn:microsoft.com/office/officeart/2005/8/layout/chevron2"/>
    <dgm:cxn modelId="{897F5700-26DC-4C10-BB33-AD9646F4FEA4}" type="presParOf" srcId="{54727D5D-C428-4F37-B61D-57A970E000F5}" destId="{D8314F7C-9F02-4432-B518-A8C5234062E0}" srcOrd="1" destOrd="0" presId="urn:microsoft.com/office/officeart/2005/8/layout/chevron2"/>
    <dgm:cxn modelId="{F6CC98B8-02F7-4573-8764-5EFBE005BEC8}" type="presParOf" srcId="{7FB25158-1BA1-43A3-812A-6DC8EA666D2F}" destId="{B03E576A-B57F-439B-B610-865C0533CC51}" srcOrd="5" destOrd="0" presId="urn:microsoft.com/office/officeart/2005/8/layout/chevron2"/>
    <dgm:cxn modelId="{27912FDE-1487-44B2-BF73-7ACD6D2D96E2}" type="presParOf" srcId="{7FB25158-1BA1-43A3-812A-6DC8EA666D2F}" destId="{9348A882-E65E-4F8E-9D65-FC358C51004A}" srcOrd="6" destOrd="0" presId="urn:microsoft.com/office/officeart/2005/8/layout/chevron2"/>
    <dgm:cxn modelId="{4B581EDA-599C-42BE-8B0C-799405504025}" type="presParOf" srcId="{9348A882-E65E-4F8E-9D65-FC358C51004A}" destId="{D9ACF4AB-36C9-49C6-8250-9F2354C8F6F7}" srcOrd="0" destOrd="0" presId="urn:microsoft.com/office/officeart/2005/8/layout/chevron2"/>
    <dgm:cxn modelId="{ADAC42C4-D2DA-4606-B5D3-D4D9A4C8AEE7}" type="presParOf" srcId="{9348A882-E65E-4F8E-9D65-FC358C51004A}" destId="{EF7CE2C6-850F-4035-B645-09967AEA6FFD}" srcOrd="1" destOrd="0" presId="urn:microsoft.com/office/officeart/2005/8/layout/chevron2"/>
    <dgm:cxn modelId="{26FE14D0-87C5-4B57-B9E9-0CD67DBF6C84}" type="presParOf" srcId="{7FB25158-1BA1-43A3-812A-6DC8EA666D2F}" destId="{F16FC4EC-3AE8-4ADF-9598-CEA831460FBA}" srcOrd="7" destOrd="0" presId="urn:microsoft.com/office/officeart/2005/8/layout/chevron2"/>
    <dgm:cxn modelId="{4C091545-FD8F-42CE-95EA-CBCB72B67AC7}" type="presParOf" srcId="{7FB25158-1BA1-43A3-812A-6DC8EA666D2F}" destId="{263BFD6C-08E9-41D2-AB31-10912311B128}" srcOrd="8" destOrd="0" presId="urn:microsoft.com/office/officeart/2005/8/layout/chevron2"/>
    <dgm:cxn modelId="{C7E5F3D1-2623-40C0-B1BE-E4813EC92E93}" type="presParOf" srcId="{263BFD6C-08E9-41D2-AB31-10912311B128}" destId="{4FC72D5C-AB85-4D11-8E4F-D7B8BC3F1F9F}" srcOrd="0" destOrd="0" presId="urn:microsoft.com/office/officeart/2005/8/layout/chevron2"/>
    <dgm:cxn modelId="{742CE488-CE42-4F49-B7A0-CCB3E0E4ACF8}" type="presParOf" srcId="{263BFD6C-08E9-41D2-AB31-10912311B128}" destId="{DDC3D6F1-16C2-49AF-B3B5-6C747058629B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0FAE443-E21C-44AA-A81B-599F7B6D587E}" type="doc">
      <dgm:prSet loTypeId="urn:microsoft.com/office/officeart/2005/8/layout/chevron2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3FC327D8-965A-4B02-9DD8-7214A72A8512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1.</a:t>
          </a:r>
        </a:p>
      </dgm:t>
    </dgm:pt>
    <dgm:pt modelId="{191F04B0-969F-4528-A273-737D82991ED9}" type="parTrans" cxnId="{4877C629-6C8F-4262-B51E-1A7AF2EB2C02}">
      <dgm:prSet/>
      <dgm:spPr/>
      <dgm:t>
        <a:bodyPr/>
        <a:lstStyle/>
        <a:p>
          <a:endParaRPr lang="de-DE" sz="1700"/>
        </a:p>
      </dgm:t>
    </dgm:pt>
    <dgm:pt modelId="{763BFB95-8321-4B23-863B-5F3B4180E03F}" type="sibTrans" cxnId="{4877C629-6C8F-4262-B51E-1A7AF2EB2C02}">
      <dgm:prSet/>
      <dgm:spPr/>
      <dgm:t>
        <a:bodyPr/>
        <a:lstStyle/>
        <a:p>
          <a:endParaRPr lang="de-DE" sz="1700"/>
        </a:p>
      </dgm:t>
    </dgm:pt>
    <dgm:pt modelId="{2AE14FCD-CF77-4A93-A2FA-3A1F74D9932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gm:t>
    </dgm:pt>
    <dgm:pt modelId="{E1EB3A52-294F-47B8-926D-A32404AE09F5}" type="parTrans" cxnId="{78547DEA-3F19-48E3-AA84-8CFF9F731F2C}">
      <dgm:prSet/>
      <dgm:spPr/>
      <dgm:t>
        <a:bodyPr/>
        <a:lstStyle/>
        <a:p>
          <a:endParaRPr lang="de-DE" sz="1700"/>
        </a:p>
      </dgm:t>
    </dgm:pt>
    <dgm:pt modelId="{0595F7E2-046E-45BF-BED1-AD30EB04FF0A}" type="sibTrans" cxnId="{78547DEA-3F19-48E3-AA84-8CFF9F731F2C}">
      <dgm:prSet/>
      <dgm:spPr/>
      <dgm:t>
        <a:bodyPr/>
        <a:lstStyle/>
        <a:p>
          <a:endParaRPr lang="de-DE" sz="1700"/>
        </a:p>
      </dgm:t>
    </dgm:pt>
    <dgm:pt modelId="{00C9378B-5E27-4A82-B881-8A08C576EFB0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2.</a:t>
          </a:r>
        </a:p>
      </dgm:t>
    </dgm:pt>
    <dgm:pt modelId="{43DC5520-B642-4C76-BA53-584E98F21C2D}" type="parTrans" cxnId="{8F1CB2B3-932B-4BBA-9BB5-5F40EA5E5EFD}">
      <dgm:prSet/>
      <dgm:spPr/>
      <dgm:t>
        <a:bodyPr/>
        <a:lstStyle/>
        <a:p>
          <a:endParaRPr lang="de-DE" sz="1700"/>
        </a:p>
      </dgm:t>
    </dgm:pt>
    <dgm:pt modelId="{5C2E8051-11E2-481F-BFE3-B8298F433D8D}" type="sibTrans" cxnId="{8F1CB2B3-932B-4BBA-9BB5-5F40EA5E5EFD}">
      <dgm:prSet/>
      <dgm:spPr/>
      <dgm:t>
        <a:bodyPr/>
        <a:lstStyle/>
        <a:p>
          <a:endParaRPr lang="de-DE" sz="1700"/>
        </a:p>
      </dgm:t>
    </dgm:pt>
    <dgm:pt modelId="{6BAA869A-0B16-4F4A-9BF2-5EBA7FA0D05F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gm:t>
    </dgm:pt>
    <dgm:pt modelId="{86B5B3A5-6EED-4FFB-9E9B-AA6CE3F0AB25}" type="parTrans" cxnId="{8C5BAA69-FA3D-47EC-9B36-85DF7826C0AE}">
      <dgm:prSet/>
      <dgm:spPr/>
      <dgm:t>
        <a:bodyPr/>
        <a:lstStyle/>
        <a:p>
          <a:endParaRPr lang="de-DE" sz="1700"/>
        </a:p>
      </dgm:t>
    </dgm:pt>
    <dgm:pt modelId="{D7E69CCC-BFAA-4552-B253-8225F8151F58}" type="sibTrans" cxnId="{8C5BAA69-FA3D-47EC-9B36-85DF7826C0AE}">
      <dgm:prSet/>
      <dgm:spPr/>
      <dgm:t>
        <a:bodyPr/>
        <a:lstStyle/>
        <a:p>
          <a:endParaRPr lang="de-DE" sz="1700"/>
        </a:p>
      </dgm:t>
    </dgm:pt>
    <dgm:pt modelId="{FEE56619-8D6D-4845-B53B-1A832B4E795A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3.</a:t>
          </a:r>
        </a:p>
      </dgm:t>
    </dgm:pt>
    <dgm:pt modelId="{0A8BC554-8EA5-4792-A7F1-02601309DB8A}" type="parTrans" cxnId="{FE390875-7A96-4945-9C5D-6915DE54A73E}">
      <dgm:prSet/>
      <dgm:spPr/>
      <dgm:t>
        <a:bodyPr/>
        <a:lstStyle/>
        <a:p>
          <a:endParaRPr lang="de-DE" sz="1700"/>
        </a:p>
      </dgm:t>
    </dgm:pt>
    <dgm:pt modelId="{BC2E5147-BCB0-445C-B0C8-403BD6AEC46B}" type="sibTrans" cxnId="{FE390875-7A96-4945-9C5D-6915DE54A73E}">
      <dgm:prSet/>
      <dgm:spPr/>
      <dgm:t>
        <a:bodyPr/>
        <a:lstStyle/>
        <a:p>
          <a:endParaRPr lang="de-DE" sz="1700"/>
        </a:p>
      </dgm:t>
    </dgm:pt>
    <dgm:pt modelId="{FF2EEFC9-FCF6-44C3-BB92-F508F916EBE8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tx1"/>
              </a:solidFill>
            </a:rPr>
            <a:t>Results</a:t>
          </a:r>
        </a:p>
      </dgm:t>
    </dgm:pt>
    <dgm:pt modelId="{E250B96D-CA80-423B-A321-479EAE935F49}" type="parTrans" cxnId="{44B32ACD-7E7D-4AE1-A751-6B38050936F5}">
      <dgm:prSet/>
      <dgm:spPr/>
      <dgm:t>
        <a:bodyPr/>
        <a:lstStyle/>
        <a:p>
          <a:endParaRPr lang="de-DE" sz="1700"/>
        </a:p>
      </dgm:t>
    </dgm:pt>
    <dgm:pt modelId="{A89558D4-D724-4FA6-AB6F-B6F9AE41A694}" type="sibTrans" cxnId="{44B32ACD-7E7D-4AE1-A751-6B38050936F5}">
      <dgm:prSet/>
      <dgm:spPr/>
      <dgm:t>
        <a:bodyPr/>
        <a:lstStyle/>
        <a:p>
          <a:endParaRPr lang="de-DE" sz="1700"/>
        </a:p>
      </dgm:t>
    </dgm:pt>
    <dgm:pt modelId="{B33C0D2C-61CA-46F9-A3D0-047C48B3A814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4.</a:t>
          </a:r>
        </a:p>
      </dgm:t>
    </dgm:pt>
    <dgm:pt modelId="{8E667A08-BE27-45F1-9B08-3F1B60259075}" type="parTrans" cxnId="{62D15D37-E391-4F38-AE15-DEBDDB712F79}">
      <dgm:prSet/>
      <dgm:spPr/>
      <dgm:t>
        <a:bodyPr/>
        <a:lstStyle/>
        <a:p>
          <a:endParaRPr lang="de-DE" sz="1700"/>
        </a:p>
      </dgm:t>
    </dgm:pt>
    <dgm:pt modelId="{4A46F902-78C0-4D79-B1E1-DCF038CD2528}" type="sibTrans" cxnId="{62D15D37-E391-4F38-AE15-DEBDDB712F79}">
      <dgm:prSet/>
      <dgm:spPr/>
      <dgm:t>
        <a:bodyPr/>
        <a:lstStyle/>
        <a:p>
          <a:endParaRPr lang="de-DE" sz="1700"/>
        </a:p>
      </dgm:t>
    </dgm:pt>
    <dgm:pt modelId="{873898E8-79E2-4D6F-86D9-8B26CF454AF6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5.</a:t>
          </a:r>
        </a:p>
      </dgm:t>
    </dgm:pt>
    <dgm:pt modelId="{C920455E-C6F9-4D5A-8277-01E653B59B98}" type="parTrans" cxnId="{03F03821-B40F-46FB-86C2-A51723C85A9E}">
      <dgm:prSet/>
      <dgm:spPr/>
      <dgm:t>
        <a:bodyPr/>
        <a:lstStyle/>
        <a:p>
          <a:endParaRPr lang="de-DE" sz="1700"/>
        </a:p>
      </dgm:t>
    </dgm:pt>
    <dgm:pt modelId="{9A377BE9-4CA6-4994-BF60-D46433D2301F}" type="sibTrans" cxnId="{03F03821-B40F-46FB-86C2-A51723C85A9E}">
      <dgm:prSet/>
      <dgm:spPr/>
      <dgm:t>
        <a:bodyPr/>
        <a:lstStyle/>
        <a:p>
          <a:endParaRPr lang="de-DE" sz="1700"/>
        </a:p>
      </dgm:t>
    </dgm:pt>
    <dgm:pt modelId="{083CA7A5-C4FA-4107-8585-B435E458D504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gm:t>
    </dgm:pt>
    <dgm:pt modelId="{026D83A8-FBE4-4E88-A48B-FC4955B84387}" type="parTrans" cxnId="{94815B0C-B29F-4B41-BB48-6A0AFF9515A2}">
      <dgm:prSet/>
      <dgm:spPr/>
      <dgm:t>
        <a:bodyPr/>
        <a:lstStyle/>
        <a:p>
          <a:endParaRPr lang="de-DE" sz="1700"/>
        </a:p>
      </dgm:t>
    </dgm:pt>
    <dgm:pt modelId="{BBF1A80F-C165-4D13-B148-018A61DD4C4E}" type="sibTrans" cxnId="{94815B0C-B29F-4B41-BB48-6A0AFF9515A2}">
      <dgm:prSet/>
      <dgm:spPr/>
      <dgm:t>
        <a:bodyPr/>
        <a:lstStyle/>
        <a:p>
          <a:endParaRPr lang="de-DE" sz="1700"/>
        </a:p>
      </dgm:t>
    </dgm:pt>
    <dgm:pt modelId="{3AA6D03A-592A-489F-BBD1-1DD69533813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gm:t>
    </dgm:pt>
    <dgm:pt modelId="{A97680D6-E53B-4085-899A-3F1B00FFF512}" type="parTrans" cxnId="{25CE440A-1A20-42EA-8C7E-AD7C2D6A68EE}">
      <dgm:prSet/>
      <dgm:spPr/>
      <dgm:t>
        <a:bodyPr/>
        <a:lstStyle/>
        <a:p>
          <a:endParaRPr lang="de-DE" sz="1700"/>
        </a:p>
      </dgm:t>
    </dgm:pt>
    <dgm:pt modelId="{E6D8962F-6D8C-40B3-B559-2308F23DCF33}" type="sibTrans" cxnId="{25CE440A-1A20-42EA-8C7E-AD7C2D6A68EE}">
      <dgm:prSet/>
      <dgm:spPr/>
      <dgm:t>
        <a:bodyPr/>
        <a:lstStyle/>
        <a:p>
          <a:endParaRPr lang="de-DE" sz="1700"/>
        </a:p>
      </dgm:t>
    </dgm:pt>
    <dgm:pt modelId="{7FB25158-1BA1-43A3-812A-6DC8EA666D2F}" type="pres">
      <dgm:prSet presAssocID="{40FAE443-E21C-44AA-A81B-599F7B6D587E}" presName="linearFlow" presStyleCnt="0">
        <dgm:presLayoutVars>
          <dgm:dir/>
          <dgm:animLvl val="lvl"/>
          <dgm:resizeHandles val="exact"/>
        </dgm:presLayoutVars>
      </dgm:prSet>
      <dgm:spPr/>
    </dgm:pt>
    <dgm:pt modelId="{2C3E9893-C8F3-4813-BFD3-936EB305E02F}" type="pres">
      <dgm:prSet presAssocID="{3FC327D8-965A-4B02-9DD8-7214A72A8512}" presName="composite" presStyleCnt="0"/>
      <dgm:spPr/>
    </dgm:pt>
    <dgm:pt modelId="{18059779-F9DC-469D-937B-DEAA6A0F888F}" type="pres">
      <dgm:prSet presAssocID="{3FC327D8-965A-4B02-9DD8-7214A72A8512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4742C10C-969E-4130-88E0-38FA9BE4FFEC}" type="pres">
      <dgm:prSet presAssocID="{3FC327D8-965A-4B02-9DD8-7214A72A8512}" presName="descendantText" presStyleLbl="alignAcc1" presStyleIdx="0" presStyleCnt="5">
        <dgm:presLayoutVars>
          <dgm:bulletEnabled val="1"/>
        </dgm:presLayoutVars>
      </dgm:prSet>
      <dgm:spPr/>
    </dgm:pt>
    <dgm:pt modelId="{452BE471-3EED-4EE0-BA70-03700857DA38}" type="pres">
      <dgm:prSet presAssocID="{763BFB95-8321-4B23-863B-5F3B4180E03F}" presName="sp" presStyleCnt="0"/>
      <dgm:spPr/>
    </dgm:pt>
    <dgm:pt modelId="{2B5CCA03-4107-46F9-B89A-A59351FB4A74}" type="pres">
      <dgm:prSet presAssocID="{00C9378B-5E27-4A82-B881-8A08C576EFB0}" presName="composite" presStyleCnt="0"/>
      <dgm:spPr/>
    </dgm:pt>
    <dgm:pt modelId="{30A8265A-7AC2-497F-AA24-B5498260BE41}" type="pres">
      <dgm:prSet presAssocID="{00C9378B-5E27-4A82-B881-8A08C576EFB0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93A01732-9EE4-4820-8E77-24A14ED5F5B7}" type="pres">
      <dgm:prSet presAssocID="{00C9378B-5E27-4A82-B881-8A08C576EFB0}" presName="descendantText" presStyleLbl="alignAcc1" presStyleIdx="1" presStyleCnt="5">
        <dgm:presLayoutVars>
          <dgm:bulletEnabled val="1"/>
        </dgm:presLayoutVars>
      </dgm:prSet>
      <dgm:spPr/>
    </dgm:pt>
    <dgm:pt modelId="{73A36C79-75A3-44A1-8F0D-E4BFD03CF057}" type="pres">
      <dgm:prSet presAssocID="{5C2E8051-11E2-481F-BFE3-B8298F433D8D}" presName="sp" presStyleCnt="0"/>
      <dgm:spPr/>
    </dgm:pt>
    <dgm:pt modelId="{54727D5D-C428-4F37-B61D-57A970E000F5}" type="pres">
      <dgm:prSet presAssocID="{FEE56619-8D6D-4845-B53B-1A832B4E795A}" presName="composite" presStyleCnt="0"/>
      <dgm:spPr/>
    </dgm:pt>
    <dgm:pt modelId="{7FF9CBA6-FFC4-4E71-B130-545E68E5BC93}" type="pres">
      <dgm:prSet presAssocID="{FEE56619-8D6D-4845-B53B-1A832B4E795A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D8314F7C-9F02-4432-B518-A8C5234062E0}" type="pres">
      <dgm:prSet presAssocID="{FEE56619-8D6D-4845-B53B-1A832B4E795A}" presName="descendantText" presStyleLbl="alignAcc1" presStyleIdx="2" presStyleCnt="5">
        <dgm:presLayoutVars>
          <dgm:bulletEnabled val="1"/>
        </dgm:presLayoutVars>
      </dgm:prSet>
      <dgm:spPr/>
    </dgm:pt>
    <dgm:pt modelId="{B03E576A-B57F-439B-B610-865C0533CC51}" type="pres">
      <dgm:prSet presAssocID="{BC2E5147-BCB0-445C-B0C8-403BD6AEC46B}" presName="sp" presStyleCnt="0"/>
      <dgm:spPr/>
    </dgm:pt>
    <dgm:pt modelId="{9348A882-E65E-4F8E-9D65-FC358C51004A}" type="pres">
      <dgm:prSet presAssocID="{B33C0D2C-61CA-46F9-A3D0-047C48B3A814}" presName="composite" presStyleCnt="0"/>
      <dgm:spPr/>
    </dgm:pt>
    <dgm:pt modelId="{D9ACF4AB-36C9-49C6-8250-9F2354C8F6F7}" type="pres">
      <dgm:prSet presAssocID="{B33C0D2C-61CA-46F9-A3D0-047C48B3A814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EF7CE2C6-850F-4035-B645-09967AEA6FFD}" type="pres">
      <dgm:prSet presAssocID="{B33C0D2C-61CA-46F9-A3D0-047C48B3A814}" presName="descendantText" presStyleLbl="alignAcc1" presStyleIdx="3" presStyleCnt="5">
        <dgm:presLayoutVars>
          <dgm:bulletEnabled val="1"/>
        </dgm:presLayoutVars>
      </dgm:prSet>
      <dgm:spPr/>
    </dgm:pt>
    <dgm:pt modelId="{F16FC4EC-3AE8-4ADF-9598-CEA831460FBA}" type="pres">
      <dgm:prSet presAssocID="{4A46F902-78C0-4D79-B1E1-DCF038CD2528}" presName="sp" presStyleCnt="0"/>
      <dgm:spPr/>
    </dgm:pt>
    <dgm:pt modelId="{263BFD6C-08E9-41D2-AB31-10912311B128}" type="pres">
      <dgm:prSet presAssocID="{873898E8-79E2-4D6F-86D9-8B26CF454AF6}" presName="composite" presStyleCnt="0"/>
      <dgm:spPr/>
    </dgm:pt>
    <dgm:pt modelId="{4FC72D5C-AB85-4D11-8E4F-D7B8BC3F1F9F}" type="pres">
      <dgm:prSet presAssocID="{873898E8-79E2-4D6F-86D9-8B26CF454AF6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DDC3D6F1-16C2-49AF-B3B5-6C747058629B}" type="pres">
      <dgm:prSet presAssocID="{873898E8-79E2-4D6F-86D9-8B26CF454AF6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25CE440A-1A20-42EA-8C7E-AD7C2D6A68EE}" srcId="{873898E8-79E2-4D6F-86D9-8B26CF454AF6}" destId="{3AA6D03A-592A-489F-BBD1-1DD69533813B}" srcOrd="0" destOrd="0" parTransId="{A97680D6-E53B-4085-899A-3F1B00FFF512}" sibTransId="{E6D8962F-6D8C-40B3-B559-2308F23DCF33}"/>
    <dgm:cxn modelId="{94815B0C-B29F-4B41-BB48-6A0AFF9515A2}" srcId="{B33C0D2C-61CA-46F9-A3D0-047C48B3A814}" destId="{083CA7A5-C4FA-4107-8585-B435E458D504}" srcOrd="0" destOrd="0" parTransId="{026D83A8-FBE4-4E88-A48B-FC4955B84387}" sibTransId="{BBF1A80F-C165-4D13-B148-018A61DD4C4E}"/>
    <dgm:cxn modelId="{96F02414-B8D5-4D3B-97C3-18F6762F8BA8}" type="presOf" srcId="{FEE56619-8D6D-4845-B53B-1A832B4E795A}" destId="{7FF9CBA6-FFC4-4E71-B130-545E68E5BC93}" srcOrd="0" destOrd="0" presId="urn:microsoft.com/office/officeart/2005/8/layout/chevron2"/>
    <dgm:cxn modelId="{03F03821-B40F-46FB-86C2-A51723C85A9E}" srcId="{40FAE443-E21C-44AA-A81B-599F7B6D587E}" destId="{873898E8-79E2-4D6F-86D9-8B26CF454AF6}" srcOrd="4" destOrd="0" parTransId="{C920455E-C6F9-4D5A-8277-01E653B59B98}" sibTransId="{9A377BE9-4CA6-4994-BF60-D46433D2301F}"/>
    <dgm:cxn modelId="{1F3E7527-8633-428C-9BA7-8FA154442666}" type="presOf" srcId="{2AE14FCD-CF77-4A93-A2FA-3A1F74D9932B}" destId="{4742C10C-969E-4130-88E0-38FA9BE4FFEC}" srcOrd="0" destOrd="0" presId="urn:microsoft.com/office/officeart/2005/8/layout/chevron2"/>
    <dgm:cxn modelId="{4877C629-6C8F-4262-B51E-1A7AF2EB2C02}" srcId="{40FAE443-E21C-44AA-A81B-599F7B6D587E}" destId="{3FC327D8-965A-4B02-9DD8-7214A72A8512}" srcOrd="0" destOrd="0" parTransId="{191F04B0-969F-4528-A273-737D82991ED9}" sibTransId="{763BFB95-8321-4B23-863B-5F3B4180E03F}"/>
    <dgm:cxn modelId="{62D15D37-E391-4F38-AE15-DEBDDB712F79}" srcId="{40FAE443-E21C-44AA-A81B-599F7B6D587E}" destId="{B33C0D2C-61CA-46F9-A3D0-047C48B3A814}" srcOrd="3" destOrd="0" parTransId="{8E667A08-BE27-45F1-9B08-3F1B60259075}" sibTransId="{4A46F902-78C0-4D79-B1E1-DCF038CD2528}"/>
    <dgm:cxn modelId="{478EB93B-7E3F-4AC1-95E1-4ABFAF4E062D}" type="presOf" srcId="{3AA6D03A-592A-489F-BBD1-1DD69533813B}" destId="{DDC3D6F1-16C2-49AF-B3B5-6C747058629B}" srcOrd="0" destOrd="0" presId="urn:microsoft.com/office/officeart/2005/8/layout/chevron2"/>
    <dgm:cxn modelId="{C1F2165F-5A30-49AE-B1BE-AD68FA20264F}" type="presOf" srcId="{00C9378B-5E27-4A82-B881-8A08C576EFB0}" destId="{30A8265A-7AC2-497F-AA24-B5498260BE41}" srcOrd="0" destOrd="0" presId="urn:microsoft.com/office/officeart/2005/8/layout/chevron2"/>
    <dgm:cxn modelId="{8C5BAA69-FA3D-47EC-9B36-85DF7826C0AE}" srcId="{00C9378B-5E27-4A82-B881-8A08C576EFB0}" destId="{6BAA869A-0B16-4F4A-9BF2-5EBA7FA0D05F}" srcOrd="0" destOrd="0" parTransId="{86B5B3A5-6EED-4FFB-9E9B-AA6CE3F0AB25}" sibTransId="{D7E69CCC-BFAA-4552-B253-8225F8151F58}"/>
    <dgm:cxn modelId="{9697166B-1FA7-4D0C-BDC1-CDFCDA1AEF17}" type="presOf" srcId="{B33C0D2C-61CA-46F9-A3D0-047C48B3A814}" destId="{D9ACF4AB-36C9-49C6-8250-9F2354C8F6F7}" srcOrd="0" destOrd="0" presId="urn:microsoft.com/office/officeart/2005/8/layout/chevron2"/>
    <dgm:cxn modelId="{3E32C86E-4A2C-438F-B360-2077891EAC4B}" type="presOf" srcId="{6BAA869A-0B16-4F4A-9BF2-5EBA7FA0D05F}" destId="{93A01732-9EE4-4820-8E77-24A14ED5F5B7}" srcOrd="0" destOrd="0" presId="urn:microsoft.com/office/officeart/2005/8/layout/chevron2"/>
    <dgm:cxn modelId="{813B2851-BAEF-4597-AA3F-1AC18F1B1061}" type="presOf" srcId="{873898E8-79E2-4D6F-86D9-8B26CF454AF6}" destId="{4FC72D5C-AB85-4D11-8E4F-D7B8BC3F1F9F}" srcOrd="0" destOrd="0" presId="urn:microsoft.com/office/officeart/2005/8/layout/chevron2"/>
    <dgm:cxn modelId="{FE390875-7A96-4945-9C5D-6915DE54A73E}" srcId="{40FAE443-E21C-44AA-A81B-599F7B6D587E}" destId="{FEE56619-8D6D-4845-B53B-1A832B4E795A}" srcOrd="2" destOrd="0" parTransId="{0A8BC554-8EA5-4792-A7F1-02601309DB8A}" sibTransId="{BC2E5147-BCB0-445C-B0C8-403BD6AEC46B}"/>
    <dgm:cxn modelId="{B323F858-5C37-41F6-BAC8-4A74E94B6D15}" type="presOf" srcId="{3FC327D8-965A-4B02-9DD8-7214A72A8512}" destId="{18059779-F9DC-469D-937B-DEAA6A0F888F}" srcOrd="0" destOrd="0" presId="urn:microsoft.com/office/officeart/2005/8/layout/chevron2"/>
    <dgm:cxn modelId="{8F1CB2B3-932B-4BBA-9BB5-5F40EA5E5EFD}" srcId="{40FAE443-E21C-44AA-A81B-599F7B6D587E}" destId="{00C9378B-5E27-4A82-B881-8A08C576EFB0}" srcOrd="1" destOrd="0" parTransId="{43DC5520-B642-4C76-BA53-584E98F21C2D}" sibTransId="{5C2E8051-11E2-481F-BFE3-B8298F433D8D}"/>
    <dgm:cxn modelId="{8D1395B5-E632-4A7D-BC1B-D825BE311ACE}" type="presOf" srcId="{40FAE443-E21C-44AA-A81B-599F7B6D587E}" destId="{7FB25158-1BA1-43A3-812A-6DC8EA666D2F}" srcOrd="0" destOrd="0" presId="urn:microsoft.com/office/officeart/2005/8/layout/chevron2"/>
    <dgm:cxn modelId="{44B32ACD-7E7D-4AE1-A751-6B38050936F5}" srcId="{FEE56619-8D6D-4845-B53B-1A832B4E795A}" destId="{FF2EEFC9-FCF6-44C3-BB92-F508F916EBE8}" srcOrd="0" destOrd="0" parTransId="{E250B96D-CA80-423B-A321-479EAE935F49}" sibTransId="{A89558D4-D724-4FA6-AB6F-B6F9AE41A694}"/>
    <dgm:cxn modelId="{9233B3D9-FB3C-49EF-9E19-E51ADCFE6B0B}" type="presOf" srcId="{083CA7A5-C4FA-4107-8585-B435E458D504}" destId="{EF7CE2C6-850F-4035-B645-09967AEA6FFD}" srcOrd="0" destOrd="0" presId="urn:microsoft.com/office/officeart/2005/8/layout/chevron2"/>
    <dgm:cxn modelId="{78547DEA-3F19-48E3-AA84-8CFF9F731F2C}" srcId="{3FC327D8-965A-4B02-9DD8-7214A72A8512}" destId="{2AE14FCD-CF77-4A93-A2FA-3A1F74D9932B}" srcOrd="0" destOrd="0" parTransId="{E1EB3A52-294F-47B8-926D-A32404AE09F5}" sibTransId="{0595F7E2-046E-45BF-BED1-AD30EB04FF0A}"/>
    <dgm:cxn modelId="{2BA078FA-E149-45EC-BD7D-9BEFBF2A27DE}" type="presOf" srcId="{FF2EEFC9-FCF6-44C3-BB92-F508F916EBE8}" destId="{D8314F7C-9F02-4432-B518-A8C5234062E0}" srcOrd="0" destOrd="0" presId="urn:microsoft.com/office/officeart/2005/8/layout/chevron2"/>
    <dgm:cxn modelId="{22B705FD-2C39-4F00-B81A-DD5EE4C3BF54}" type="presParOf" srcId="{7FB25158-1BA1-43A3-812A-6DC8EA666D2F}" destId="{2C3E9893-C8F3-4813-BFD3-936EB305E02F}" srcOrd="0" destOrd="0" presId="urn:microsoft.com/office/officeart/2005/8/layout/chevron2"/>
    <dgm:cxn modelId="{E83C38F4-22E5-45BB-AD69-AA0974E08CF2}" type="presParOf" srcId="{2C3E9893-C8F3-4813-BFD3-936EB305E02F}" destId="{18059779-F9DC-469D-937B-DEAA6A0F888F}" srcOrd="0" destOrd="0" presId="urn:microsoft.com/office/officeart/2005/8/layout/chevron2"/>
    <dgm:cxn modelId="{6E6F6BFF-F5C4-4348-8B1B-83AA85350316}" type="presParOf" srcId="{2C3E9893-C8F3-4813-BFD3-936EB305E02F}" destId="{4742C10C-969E-4130-88E0-38FA9BE4FFEC}" srcOrd="1" destOrd="0" presId="urn:microsoft.com/office/officeart/2005/8/layout/chevron2"/>
    <dgm:cxn modelId="{7895F63A-EDDC-48B3-8C42-0E13FC74D5B2}" type="presParOf" srcId="{7FB25158-1BA1-43A3-812A-6DC8EA666D2F}" destId="{452BE471-3EED-4EE0-BA70-03700857DA38}" srcOrd="1" destOrd="0" presId="urn:microsoft.com/office/officeart/2005/8/layout/chevron2"/>
    <dgm:cxn modelId="{902A110B-EFFE-4FC0-8553-52F652888AFE}" type="presParOf" srcId="{7FB25158-1BA1-43A3-812A-6DC8EA666D2F}" destId="{2B5CCA03-4107-46F9-B89A-A59351FB4A74}" srcOrd="2" destOrd="0" presId="urn:microsoft.com/office/officeart/2005/8/layout/chevron2"/>
    <dgm:cxn modelId="{034F0742-C519-4EDB-BEB5-8494364BB756}" type="presParOf" srcId="{2B5CCA03-4107-46F9-B89A-A59351FB4A74}" destId="{30A8265A-7AC2-497F-AA24-B5498260BE41}" srcOrd="0" destOrd="0" presId="urn:microsoft.com/office/officeart/2005/8/layout/chevron2"/>
    <dgm:cxn modelId="{649CBE8E-9C9F-4A95-B96D-D2558EACDFD8}" type="presParOf" srcId="{2B5CCA03-4107-46F9-B89A-A59351FB4A74}" destId="{93A01732-9EE4-4820-8E77-24A14ED5F5B7}" srcOrd="1" destOrd="0" presId="urn:microsoft.com/office/officeart/2005/8/layout/chevron2"/>
    <dgm:cxn modelId="{20647C12-693A-464A-BD88-A9934AE2E41D}" type="presParOf" srcId="{7FB25158-1BA1-43A3-812A-6DC8EA666D2F}" destId="{73A36C79-75A3-44A1-8F0D-E4BFD03CF057}" srcOrd="3" destOrd="0" presId="urn:microsoft.com/office/officeart/2005/8/layout/chevron2"/>
    <dgm:cxn modelId="{6B8BD65A-B134-401A-8E16-4D94057675A5}" type="presParOf" srcId="{7FB25158-1BA1-43A3-812A-6DC8EA666D2F}" destId="{54727D5D-C428-4F37-B61D-57A970E000F5}" srcOrd="4" destOrd="0" presId="urn:microsoft.com/office/officeart/2005/8/layout/chevron2"/>
    <dgm:cxn modelId="{0A754380-CFEA-46F5-9273-4C57BE6A1943}" type="presParOf" srcId="{54727D5D-C428-4F37-B61D-57A970E000F5}" destId="{7FF9CBA6-FFC4-4E71-B130-545E68E5BC93}" srcOrd="0" destOrd="0" presId="urn:microsoft.com/office/officeart/2005/8/layout/chevron2"/>
    <dgm:cxn modelId="{897F5700-26DC-4C10-BB33-AD9646F4FEA4}" type="presParOf" srcId="{54727D5D-C428-4F37-B61D-57A970E000F5}" destId="{D8314F7C-9F02-4432-B518-A8C5234062E0}" srcOrd="1" destOrd="0" presId="urn:microsoft.com/office/officeart/2005/8/layout/chevron2"/>
    <dgm:cxn modelId="{F6CC98B8-02F7-4573-8764-5EFBE005BEC8}" type="presParOf" srcId="{7FB25158-1BA1-43A3-812A-6DC8EA666D2F}" destId="{B03E576A-B57F-439B-B610-865C0533CC51}" srcOrd="5" destOrd="0" presId="urn:microsoft.com/office/officeart/2005/8/layout/chevron2"/>
    <dgm:cxn modelId="{27912FDE-1487-44B2-BF73-7ACD6D2D96E2}" type="presParOf" srcId="{7FB25158-1BA1-43A3-812A-6DC8EA666D2F}" destId="{9348A882-E65E-4F8E-9D65-FC358C51004A}" srcOrd="6" destOrd="0" presId="urn:microsoft.com/office/officeart/2005/8/layout/chevron2"/>
    <dgm:cxn modelId="{4B581EDA-599C-42BE-8B0C-799405504025}" type="presParOf" srcId="{9348A882-E65E-4F8E-9D65-FC358C51004A}" destId="{D9ACF4AB-36C9-49C6-8250-9F2354C8F6F7}" srcOrd="0" destOrd="0" presId="urn:microsoft.com/office/officeart/2005/8/layout/chevron2"/>
    <dgm:cxn modelId="{ADAC42C4-D2DA-4606-B5D3-D4D9A4C8AEE7}" type="presParOf" srcId="{9348A882-E65E-4F8E-9D65-FC358C51004A}" destId="{EF7CE2C6-850F-4035-B645-09967AEA6FFD}" srcOrd="1" destOrd="0" presId="urn:microsoft.com/office/officeart/2005/8/layout/chevron2"/>
    <dgm:cxn modelId="{26FE14D0-87C5-4B57-B9E9-0CD67DBF6C84}" type="presParOf" srcId="{7FB25158-1BA1-43A3-812A-6DC8EA666D2F}" destId="{F16FC4EC-3AE8-4ADF-9598-CEA831460FBA}" srcOrd="7" destOrd="0" presId="urn:microsoft.com/office/officeart/2005/8/layout/chevron2"/>
    <dgm:cxn modelId="{4C091545-FD8F-42CE-95EA-CBCB72B67AC7}" type="presParOf" srcId="{7FB25158-1BA1-43A3-812A-6DC8EA666D2F}" destId="{263BFD6C-08E9-41D2-AB31-10912311B128}" srcOrd="8" destOrd="0" presId="urn:microsoft.com/office/officeart/2005/8/layout/chevron2"/>
    <dgm:cxn modelId="{C7E5F3D1-2623-40C0-B1BE-E4813EC92E93}" type="presParOf" srcId="{263BFD6C-08E9-41D2-AB31-10912311B128}" destId="{4FC72D5C-AB85-4D11-8E4F-D7B8BC3F1F9F}" srcOrd="0" destOrd="0" presId="urn:microsoft.com/office/officeart/2005/8/layout/chevron2"/>
    <dgm:cxn modelId="{742CE488-CE42-4F49-B7A0-CCB3E0E4ACF8}" type="presParOf" srcId="{263BFD6C-08E9-41D2-AB31-10912311B128}" destId="{DDC3D6F1-16C2-49AF-B3B5-6C747058629B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40FAE443-E21C-44AA-A81B-599F7B6D587E}" type="doc">
      <dgm:prSet loTypeId="urn:microsoft.com/office/officeart/2005/8/layout/chevron2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3FC327D8-965A-4B02-9DD8-7214A72A8512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1.</a:t>
          </a:r>
        </a:p>
      </dgm:t>
    </dgm:pt>
    <dgm:pt modelId="{191F04B0-969F-4528-A273-737D82991ED9}" type="parTrans" cxnId="{4877C629-6C8F-4262-B51E-1A7AF2EB2C02}">
      <dgm:prSet/>
      <dgm:spPr/>
      <dgm:t>
        <a:bodyPr/>
        <a:lstStyle/>
        <a:p>
          <a:endParaRPr lang="de-DE" sz="1700"/>
        </a:p>
      </dgm:t>
    </dgm:pt>
    <dgm:pt modelId="{763BFB95-8321-4B23-863B-5F3B4180E03F}" type="sibTrans" cxnId="{4877C629-6C8F-4262-B51E-1A7AF2EB2C02}">
      <dgm:prSet/>
      <dgm:spPr/>
      <dgm:t>
        <a:bodyPr/>
        <a:lstStyle/>
        <a:p>
          <a:endParaRPr lang="de-DE" sz="1700"/>
        </a:p>
      </dgm:t>
    </dgm:pt>
    <dgm:pt modelId="{2AE14FCD-CF77-4A93-A2FA-3A1F74D9932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gm:t>
    </dgm:pt>
    <dgm:pt modelId="{E1EB3A52-294F-47B8-926D-A32404AE09F5}" type="parTrans" cxnId="{78547DEA-3F19-48E3-AA84-8CFF9F731F2C}">
      <dgm:prSet/>
      <dgm:spPr/>
      <dgm:t>
        <a:bodyPr/>
        <a:lstStyle/>
        <a:p>
          <a:endParaRPr lang="de-DE" sz="1700"/>
        </a:p>
      </dgm:t>
    </dgm:pt>
    <dgm:pt modelId="{0595F7E2-046E-45BF-BED1-AD30EB04FF0A}" type="sibTrans" cxnId="{78547DEA-3F19-48E3-AA84-8CFF9F731F2C}">
      <dgm:prSet/>
      <dgm:spPr/>
      <dgm:t>
        <a:bodyPr/>
        <a:lstStyle/>
        <a:p>
          <a:endParaRPr lang="de-DE" sz="1700"/>
        </a:p>
      </dgm:t>
    </dgm:pt>
    <dgm:pt modelId="{00C9378B-5E27-4A82-B881-8A08C576EFB0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2.</a:t>
          </a:r>
        </a:p>
      </dgm:t>
    </dgm:pt>
    <dgm:pt modelId="{43DC5520-B642-4C76-BA53-584E98F21C2D}" type="parTrans" cxnId="{8F1CB2B3-932B-4BBA-9BB5-5F40EA5E5EFD}">
      <dgm:prSet/>
      <dgm:spPr/>
      <dgm:t>
        <a:bodyPr/>
        <a:lstStyle/>
        <a:p>
          <a:endParaRPr lang="de-DE" sz="1700"/>
        </a:p>
      </dgm:t>
    </dgm:pt>
    <dgm:pt modelId="{5C2E8051-11E2-481F-BFE3-B8298F433D8D}" type="sibTrans" cxnId="{8F1CB2B3-932B-4BBA-9BB5-5F40EA5E5EFD}">
      <dgm:prSet/>
      <dgm:spPr/>
      <dgm:t>
        <a:bodyPr/>
        <a:lstStyle/>
        <a:p>
          <a:endParaRPr lang="de-DE" sz="1700"/>
        </a:p>
      </dgm:t>
    </dgm:pt>
    <dgm:pt modelId="{6BAA869A-0B16-4F4A-9BF2-5EBA7FA0D05F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gm:t>
    </dgm:pt>
    <dgm:pt modelId="{86B5B3A5-6EED-4FFB-9E9B-AA6CE3F0AB25}" type="parTrans" cxnId="{8C5BAA69-FA3D-47EC-9B36-85DF7826C0AE}">
      <dgm:prSet/>
      <dgm:spPr/>
      <dgm:t>
        <a:bodyPr/>
        <a:lstStyle/>
        <a:p>
          <a:endParaRPr lang="de-DE" sz="1700"/>
        </a:p>
      </dgm:t>
    </dgm:pt>
    <dgm:pt modelId="{D7E69CCC-BFAA-4552-B253-8225F8151F58}" type="sibTrans" cxnId="{8C5BAA69-FA3D-47EC-9B36-85DF7826C0AE}">
      <dgm:prSet/>
      <dgm:spPr/>
      <dgm:t>
        <a:bodyPr/>
        <a:lstStyle/>
        <a:p>
          <a:endParaRPr lang="de-DE" sz="1700"/>
        </a:p>
      </dgm:t>
    </dgm:pt>
    <dgm:pt modelId="{FEE56619-8D6D-4845-B53B-1A832B4E795A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3.</a:t>
          </a:r>
        </a:p>
      </dgm:t>
    </dgm:pt>
    <dgm:pt modelId="{0A8BC554-8EA5-4792-A7F1-02601309DB8A}" type="parTrans" cxnId="{FE390875-7A96-4945-9C5D-6915DE54A73E}">
      <dgm:prSet/>
      <dgm:spPr/>
      <dgm:t>
        <a:bodyPr/>
        <a:lstStyle/>
        <a:p>
          <a:endParaRPr lang="de-DE" sz="1700"/>
        </a:p>
      </dgm:t>
    </dgm:pt>
    <dgm:pt modelId="{BC2E5147-BCB0-445C-B0C8-403BD6AEC46B}" type="sibTrans" cxnId="{FE390875-7A96-4945-9C5D-6915DE54A73E}">
      <dgm:prSet/>
      <dgm:spPr/>
      <dgm:t>
        <a:bodyPr/>
        <a:lstStyle/>
        <a:p>
          <a:endParaRPr lang="de-DE" sz="1700"/>
        </a:p>
      </dgm:t>
    </dgm:pt>
    <dgm:pt modelId="{FF2EEFC9-FCF6-44C3-BB92-F508F916EBE8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gm:t>
    </dgm:pt>
    <dgm:pt modelId="{E250B96D-CA80-423B-A321-479EAE935F49}" type="parTrans" cxnId="{44B32ACD-7E7D-4AE1-A751-6B38050936F5}">
      <dgm:prSet/>
      <dgm:spPr/>
      <dgm:t>
        <a:bodyPr/>
        <a:lstStyle/>
        <a:p>
          <a:endParaRPr lang="de-DE" sz="1700"/>
        </a:p>
      </dgm:t>
    </dgm:pt>
    <dgm:pt modelId="{A89558D4-D724-4FA6-AB6F-B6F9AE41A694}" type="sibTrans" cxnId="{44B32ACD-7E7D-4AE1-A751-6B38050936F5}">
      <dgm:prSet/>
      <dgm:spPr/>
      <dgm:t>
        <a:bodyPr/>
        <a:lstStyle/>
        <a:p>
          <a:endParaRPr lang="de-DE" sz="1700"/>
        </a:p>
      </dgm:t>
    </dgm:pt>
    <dgm:pt modelId="{B33C0D2C-61CA-46F9-A3D0-047C48B3A814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4.</a:t>
          </a:r>
        </a:p>
      </dgm:t>
    </dgm:pt>
    <dgm:pt modelId="{8E667A08-BE27-45F1-9B08-3F1B60259075}" type="parTrans" cxnId="{62D15D37-E391-4F38-AE15-DEBDDB712F79}">
      <dgm:prSet/>
      <dgm:spPr/>
      <dgm:t>
        <a:bodyPr/>
        <a:lstStyle/>
        <a:p>
          <a:endParaRPr lang="de-DE" sz="1700"/>
        </a:p>
      </dgm:t>
    </dgm:pt>
    <dgm:pt modelId="{4A46F902-78C0-4D79-B1E1-DCF038CD2528}" type="sibTrans" cxnId="{62D15D37-E391-4F38-AE15-DEBDDB712F79}">
      <dgm:prSet/>
      <dgm:spPr/>
      <dgm:t>
        <a:bodyPr/>
        <a:lstStyle/>
        <a:p>
          <a:endParaRPr lang="de-DE" sz="1700"/>
        </a:p>
      </dgm:t>
    </dgm:pt>
    <dgm:pt modelId="{873898E8-79E2-4D6F-86D9-8B26CF454AF6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5.</a:t>
          </a:r>
        </a:p>
      </dgm:t>
    </dgm:pt>
    <dgm:pt modelId="{C920455E-C6F9-4D5A-8277-01E653B59B98}" type="parTrans" cxnId="{03F03821-B40F-46FB-86C2-A51723C85A9E}">
      <dgm:prSet/>
      <dgm:spPr/>
      <dgm:t>
        <a:bodyPr/>
        <a:lstStyle/>
        <a:p>
          <a:endParaRPr lang="de-DE" sz="1700"/>
        </a:p>
      </dgm:t>
    </dgm:pt>
    <dgm:pt modelId="{9A377BE9-4CA6-4994-BF60-D46433D2301F}" type="sibTrans" cxnId="{03F03821-B40F-46FB-86C2-A51723C85A9E}">
      <dgm:prSet/>
      <dgm:spPr/>
      <dgm:t>
        <a:bodyPr/>
        <a:lstStyle/>
        <a:p>
          <a:endParaRPr lang="de-DE" sz="1700"/>
        </a:p>
      </dgm:t>
    </dgm:pt>
    <dgm:pt modelId="{083CA7A5-C4FA-4107-8585-B435E458D504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tx1"/>
              </a:solidFill>
            </a:rPr>
            <a:t>Evaluation</a:t>
          </a:r>
        </a:p>
      </dgm:t>
    </dgm:pt>
    <dgm:pt modelId="{026D83A8-FBE4-4E88-A48B-FC4955B84387}" type="parTrans" cxnId="{94815B0C-B29F-4B41-BB48-6A0AFF9515A2}">
      <dgm:prSet/>
      <dgm:spPr/>
      <dgm:t>
        <a:bodyPr/>
        <a:lstStyle/>
        <a:p>
          <a:endParaRPr lang="de-DE" sz="1700"/>
        </a:p>
      </dgm:t>
    </dgm:pt>
    <dgm:pt modelId="{BBF1A80F-C165-4D13-B148-018A61DD4C4E}" type="sibTrans" cxnId="{94815B0C-B29F-4B41-BB48-6A0AFF9515A2}">
      <dgm:prSet/>
      <dgm:spPr/>
      <dgm:t>
        <a:bodyPr/>
        <a:lstStyle/>
        <a:p>
          <a:endParaRPr lang="de-DE" sz="1700"/>
        </a:p>
      </dgm:t>
    </dgm:pt>
    <dgm:pt modelId="{3AA6D03A-592A-489F-BBD1-1DD69533813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gm:t>
    </dgm:pt>
    <dgm:pt modelId="{A97680D6-E53B-4085-899A-3F1B00FFF512}" type="parTrans" cxnId="{25CE440A-1A20-42EA-8C7E-AD7C2D6A68EE}">
      <dgm:prSet/>
      <dgm:spPr/>
      <dgm:t>
        <a:bodyPr/>
        <a:lstStyle/>
        <a:p>
          <a:endParaRPr lang="de-DE" sz="1700"/>
        </a:p>
      </dgm:t>
    </dgm:pt>
    <dgm:pt modelId="{E6D8962F-6D8C-40B3-B559-2308F23DCF33}" type="sibTrans" cxnId="{25CE440A-1A20-42EA-8C7E-AD7C2D6A68EE}">
      <dgm:prSet/>
      <dgm:spPr/>
      <dgm:t>
        <a:bodyPr/>
        <a:lstStyle/>
        <a:p>
          <a:endParaRPr lang="de-DE" sz="1700"/>
        </a:p>
      </dgm:t>
    </dgm:pt>
    <dgm:pt modelId="{7FB25158-1BA1-43A3-812A-6DC8EA666D2F}" type="pres">
      <dgm:prSet presAssocID="{40FAE443-E21C-44AA-A81B-599F7B6D587E}" presName="linearFlow" presStyleCnt="0">
        <dgm:presLayoutVars>
          <dgm:dir/>
          <dgm:animLvl val="lvl"/>
          <dgm:resizeHandles val="exact"/>
        </dgm:presLayoutVars>
      </dgm:prSet>
      <dgm:spPr/>
    </dgm:pt>
    <dgm:pt modelId="{2C3E9893-C8F3-4813-BFD3-936EB305E02F}" type="pres">
      <dgm:prSet presAssocID="{3FC327D8-965A-4B02-9DD8-7214A72A8512}" presName="composite" presStyleCnt="0"/>
      <dgm:spPr/>
    </dgm:pt>
    <dgm:pt modelId="{18059779-F9DC-469D-937B-DEAA6A0F888F}" type="pres">
      <dgm:prSet presAssocID="{3FC327D8-965A-4B02-9DD8-7214A72A8512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4742C10C-969E-4130-88E0-38FA9BE4FFEC}" type="pres">
      <dgm:prSet presAssocID="{3FC327D8-965A-4B02-9DD8-7214A72A8512}" presName="descendantText" presStyleLbl="alignAcc1" presStyleIdx="0" presStyleCnt="5">
        <dgm:presLayoutVars>
          <dgm:bulletEnabled val="1"/>
        </dgm:presLayoutVars>
      </dgm:prSet>
      <dgm:spPr/>
    </dgm:pt>
    <dgm:pt modelId="{452BE471-3EED-4EE0-BA70-03700857DA38}" type="pres">
      <dgm:prSet presAssocID="{763BFB95-8321-4B23-863B-5F3B4180E03F}" presName="sp" presStyleCnt="0"/>
      <dgm:spPr/>
    </dgm:pt>
    <dgm:pt modelId="{2B5CCA03-4107-46F9-B89A-A59351FB4A74}" type="pres">
      <dgm:prSet presAssocID="{00C9378B-5E27-4A82-B881-8A08C576EFB0}" presName="composite" presStyleCnt="0"/>
      <dgm:spPr/>
    </dgm:pt>
    <dgm:pt modelId="{30A8265A-7AC2-497F-AA24-B5498260BE41}" type="pres">
      <dgm:prSet presAssocID="{00C9378B-5E27-4A82-B881-8A08C576EFB0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93A01732-9EE4-4820-8E77-24A14ED5F5B7}" type="pres">
      <dgm:prSet presAssocID="{00C9378B-5E27-4A82-B881-8A08C576EFB0}" presName="descendantText" presStyleLbl="alignAcc1" presStyleIdx="1" presStyleCnt="5">
        <dgm:presLayoutVars>
          <dgm:bulletEnabled val="1"/>
        </dgm:presLayoutVars>
      </dgm:prSet>
      <dgm:spPr/>
    </dgm:pt>
    <dgm:pt modelId="{73A36C79-75A3-44A1-8F0D-E4BFD03CF057}" type="pres">
      <dgm:prSet presAssocID="{5C2E8051-11E2-481F-BFE3-B8298F433D8D}" presName="sp" presStyleCnt="0"/>
      <dgm:spPr/>
    </dgm:pt>
    <dgm:pt modelId="{54727D5D-C428-4F37-B61D-57A970E000F5}" type="pres">
      <dgm:prSet presAssocID="{FEE56619-8D6D-4845-B53B-1A832B4E795A}" presName="composite" presStyleCnt="0"/>
      <dgm:spPr/>
    </dgm:pt>
    <dgm:pt modelId="{7FF9CBA6-FFC4-4E71-B130-545E68E5BC93}" type="pres">
      <dgm:prSet presAssocID="{FEE56619-8D6D-4845-B53B-1A832B4E795A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D8314F7C-9F02-4432-B518-A8C5234062E0}" type="pres">
      <dgm:prSet presAssocID="{FEE56619-8D6D-4845-B53B-1A832B4E795A}" presName="descendantText" presStyleLbl="alignAcc1" presStyleIdx="2" presStyleCnt="5">
        <dgm:presLayoutVars>
          <dgm:bulletEnabled val="1"/>
        </dgm:presLayoutVars>
      </dgm:prSet>
      <dgm:spPr/>
    </dgm:pt>
    <dgm:pt modelId="{B03E576A-B57F-439B-B610-865C0533CC51}" type="pres">
      <dgm:prSet presAssocID="{BC2E5147-BCB0-445C-B0C8-403BD6AEC46B}" presName="sp" presStyleCnt="0"/>
      <dgm:spPr/>
    </dgm:pt>
    <dgm:pt modelId="{9348A882-E65E-4F8E-9D65-FC358C51004A}" type="pres">
      <dgm:prSet presAssocID="{B33C0D2C-61CA-46F9-A3D0-047C48B3A814}" presName="composite" presStyleCnt="0"/>
      <dgm:spPr/>
    </dgm:pt>
    <dgm:pt modelId="{D9ACF4AB-36C9-49C6-8250-9F2354C8F6F7}" type="pres">
      <dgm:prSet presAssocID="{B33C0D2C-61CA-46F9-A3D0-047C48B3A814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EF7CE2C6-850F-4035-B645-09967AEA6FFD}" type="pres">
      <dgm:prSet presAssocID="{B33C0D2C-61CA-46F9-A3D0-047C48B3A814}" presName="descendantText" presStyleLbl="alignAcc1" presStyleIdx="3" presStyleCnt="5">
        <dgm:presLayoutVars>
          <dgm:bulletEnabled val="1"/>
        </dgm:presLayoutVars>
      </dgm:prSet>
      <dgm:spPr/>
    </dgm:pt>
    <dgm:pt modelId="{F16FC4EC-3AE8-4ADF-9598-CEA831460FBA}" type="pres">
      <dgm:prSet presAssocID="{4A46F902-78C0-4D79-B1E1-DCF038CD2528}" presName="sp" presStyleCnt="0"/>
      <dgm:spPr/>
    </dgm:pt>
    <dgm:pt modelId="{263BFD6C-08E9-41D2-AB31-10912311B128}" type="pres">
      <dgm:prSet presAssocID="{873898E8-79E2-4D6F-86D9-8B26CF454AF6}" presName="composite" presStyleCnt="0"/>
      <dgm:spPr/>
    </dgm:pt>
    <dgm:pt modelId="{4FC72D5C-AB85-4D11-8E4F-D7B8BC3F1F9F}" type="pres">
      <dgm:prSet presAssocID="{873898E8-79E2-4D6F-86D9-8B26CF454AF6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DDC3D6F1-16C2-49AF-B3B5-6C747058629B}" type="pres">
      <dgm:prSet presAssocID="{873898E8-79E2-4D6F-86D9-8B26CF454AF6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25CE440A-1A20-42EA-8C7E-AD7C2D6A68EE}" srcId="{873898E8-79E2-4D6F-86D9-8B26CF454AF6}" destId="{3AA6D03A-592A-489F-BBD1-1DD69533813B}" srcOrd="0" destOrd="0" parTransId="{A97680D6-E53B-4085-899A-3F1B00FFF512}" sibTransId="{E6D8962F-6D8C-40B3-B559-2308F23DCF33}"/>
    <dgm:cxn modelId="{94815B0C-B29F-4B41-BB48-6A0AFF9515A2}" srcId="{B33C0D2C-61CA-46F9-A3D0-047C48B3A814}" destId="{083CA7A5-C4FA-4107-8585-B435E458D504}" srcOrd="0" destOrd="0" parTransId="{026D83A8-FBE4-4E88-A48B-FC4955B84387}" sibTransId="{BBF1A80F-C165-4D13-B148-018A61DD4C4E}"/>
    <dgm:cxn modelId="{96F02414-B8D5-4D3B-97C3-18F6762F8BA8}" type="presOf" srcId="{FEE56619-8D6D-4845-B53B-1A832B4E795A}" destId="{7FF9CBA6-FFC4-4E71-B130-545E68E5BC93}" srcOrd="0" destOrd="0" presId="urn:microsoft.com/office/officeart/2005/8/layout/chevron2"/>
    <dgm:cxn modelId="{03F03821-B40F-46FB-86C2-A51723C85A9E}" srcId="{40FAE443-E21C-44AA-A81B-599F7B6D587E}" destId="{873898E8-79E2-4D6F-86D9-8B26CF454AF6}" srcOrd="4" destOrd="0" parTransId="{C920455E-C6F9-4D5A-8277-01E653B59B98}" sibTransId="{9A377BE9-4CA6-4994-BF60-D46433D2301F}"/>
    <dgm:cxn modelId="{1F3E7527-8633-428C-9BA7-8FA154442666}" type="presOf" srcId="{2AE14FCD-CF77-4A93-A2FA-3A1F74D9932B}" destId="{4742C10C-969E-4130-88E0-38FA9BE4FFEC}" srcOrd="0" destOrd="0" presId="urn:microsoft.com/office/officeart/2005/8/layout/chevron2"/>
    <dgm:cxn modelId="{4877C629-6C8F-4262-B51E-1A7AF2EB2C02}" srcId="{40FAE443-E21C-44AA-A81B-599F7B6D587E}" destId="{3FC327D8-965A-4B02-9DD8-7214A72A8512}" srcOrd="0" destOrd="0" parTransId="{191F04B0-969F-4528-A273-737D82991ED9}" sibTransId="{763BFB95-8321-4B23-863B-5F3B4180E03F}"/>
    <dgm:cxn modelId="{62D15D37-E391-4F38-AE15-DEBDDB712F79}" srcId="{40FAE443-E21C-44AA-A81B-599F7B6D587E}" destId="{B33C0D2C-61CA-46F9-A3D0-047C48B3A814}" srcOrd="3" destOrd="0" parTransId="{8E667A08-BE27-45F1-9B08-3F1B60259075}" sibTransId="{4A46F902-78C0-4D79-B1E1-DCF038CD2528}"/>
    <dgm:cxn modelId="{478EB93B-7E3F-4AC1-95E1-4ABFAF4E062D}" type="presOf" srcId="{3AA6D03A-592A-489F-BBD1-1DD69533813B}" destId="{DDC3D6F1-16C2-49AF-B3B5-6C747058629B}" srcOrd="0" destOrd="0" presId="urn:microsoft.com/office/officeart/2005/8/layout/chevron2"/>
    <dgm:cxn modelId="{C1F2165F-5A30-49AE-B1BE-AD68FA20264F}" type="presOf" srcId="{00C9378B-5E27-4A82-B881-8A08C576EFB0}" destId="{30A8265A-7AC2-497F-AA24-B5498260BE41}" srcOrd="0" destOrd="0" presId="urn:microsoft.com/office/officeart/2005/8/layout/chevron2"/>
    <dgm:cxn modelId="{8C5BAA69-FA3D-47EC-9B36-85DF7826C0AE}" srcId="{00C9378B-5E27-4A82-B881-8A08C576EFB0}" destId="{6BAA869A-0B16-4F4A-9BF2-5EBA7FA0D05F}" srcOrd="0" destOrd="0" parTransId="{86B5B3A5-6EED-4FFB-9E9B-AA6CE3F0AB25}" sibTransId="{D7E69CCC-BFAA-4552-B253-8225F8151F58}"/>
    <dgm:cxn modelId="{9697166B-1FA7-4D0C-BDC1-CDFCDA1AEF17}" type="presOf" srcId="{B33C0D2C-61CA-46F9-A3D0-047C48B3A814}" destId="{D9ACF4AB-36C9-49C6-8250-9F2354C8F6F7}" srcOrd="0" destOrd="0" presId="urn:microsoft.com/office/officeart/2005/8/layout/chevron2"/>
    <dgm:cxn modelId="{3E32C86E-4A2C-438F-B360-2077891EAC4B}" type="presOf" srcId="{6BAA869A-0B16-4F4A-9BF2-5EBA7FA0D05F}" destId="{93A01732-9EE4-4820-8E77-24A14ED5F5B7}" srcOrd="0" destOrd="0" presId="urn:microsoft.com/office/officeart/2005/8/layout/chevron2"/>
    <dgm:cxn modelId="{813B2851-BAEF-4597-AA3F-1AC18F1B1061}" type="presOf" srcId="{873898E8-79E2-4D6F-86D9-8B26CF454AF6}" destId="{4FC72D5C-AB85-4D11-8E4F-D7B8BC3F1F9F}" srcOrd="0" destOrd="0" presId="urn:microsoft.com/office/officeart/2005/8/layout/chevron2"/>
    <dgm:cxn modelId="{FE390875-7A96-4945-9C5D-6915DE54A73E}" srcId="{40FAE443-E21C-44AA-A81B-599F7B6D587E}" destId="{FEE56619-8D6D-4845-B53B-1A832B4E795A}" srcOrd="2" destOrd="0" parTransId="{0A8BC554-8EA5-4792-A7F1-02601309DB8A}" sibTransId="{BC2E5147-BCB0-445C-B0C8-403BD6AEC46B}"/>
    <dgm:cxn modelId="{B323F858-5C37-41F6-BAC8-4A74E94B6D15}" type="presOf" srcId="{3FC327D8-965A-4B02-9DD8-7214A72A8512}" destId="{18059779-F9DC-469D-937B-DEAA6A0F888F}" srcOrd="0" destOrd="0" presId="urn:microsoft.com/office/officeart/2005/8/layout/chevron2"/>
    <dgm:cxn modelId="{8F1CB2B3-932B-4BBA-9BB5-5F40EA5E5EFD}" srcId="{40FAE443-E21C-44AA-A81B-599F7B6D587E}" destId="{00C9378B-5E27-4A82-B881-8A08C576EFB0}" srcOrd="1" destOrd="0" parTransId="{43DC5520-B642-4C76-BA53-584E98F21C2D}" sibTransId="{5C2E8051-11E2-481F-BFE3-B8298F433D8D}"/>
    <dgm:cxn modelId="{8D1395B5-E632-4A7D-BC1B-D825BE311ACE}" type="presOf" srcId="{40FAE443-E21C-44AA-A81B-599F7B6D587E}" destId="{7FB25158-1BA1-43A3-812A-6DC8EA666D2F}" srcOrd="0" destOrd="0" presId="urn:microsoft.com/office/officeart/2005/8/layout/chevron2"/>
    <dgm:cxn modelId="{44B32ACD-7E7D-4AE1-A751-6B38050936F5}" srcId="{FEE56619-8D6D-4845-B53B-1A832B4E795A}" destId="{FF2EEFC9-FCF6-44C3-BB92-F508F916EBE8}" srcOrd="0" destOrd="0" parTransId="{E250B96D-CA80-423B-A321-479EAE935F49}" sibTransId="{A89558D4-D724-4FA6-AB6F-B6F9AE41A694}"/>
    <dgm:cxn modelId="{9233B3D9-FB3C-49EF-9E19-E51ADCFE6B0B}" type="presOf" srcId="{083CA7A5-C4FA-4107-8585-B435E458D504}" destId="{EF7CE2C6-850F-4035-B645-09967AEA6FFD}" srcOrd="0" destOrd="0" presId="urn:microsoft.com/office/officeart/2005/8/layout/chevron2"/>
    <dgm:cxn modelId="{78547DEA-3F19-48E3-AA84-8CFF9F731F2C}" srcId="{3FC327D8-965A-4B02-9DD8-7214A72A8512}" destId="{2AE14FCD-CF77-4A93-A2FA-3A1F74D9932B}" srcOrd="0" destOrd="0" parTransId="{E1EB3A52-294F-47B8-926D-A32404AE09F5}" sibTransId="{0595F7E2-046E-45BF-BED1-AD30EB04FF0A}"/>
    <dgm:cxn modelId="{2BA078FA-E149-45EC-BD7D-9BEFBF2A27DE}" type="presOf" srcId="{FF2EEFC9-FCF6-44C3-BB92-F508F916EBE8}" destId="{D8314F7C-9F02-4432-B518-A8C5234062E0}" srcOrd="0" destOrd="0" presId="urn:microsoft.com/office/officeart/2005/8/layout/chevron2"/>
    <dgm:cxn modelId="{22B705FD-2C39-4F00-B81A-DD5EE4C3BF54}" type="presParOf" srcId="{7FB25158-1BA1-43A3-812A-6DC8EA666D2F}" destId="{2C3E9893-C8F3-4813-BFD3-936EB305E02F}" srcOrd="0" destOrd="0" presId="urn:microsoft.com/office/officeart/2005/8/layout/chevron2"/>
    <dgm:cxn modelId="{E83C38F4-22E5-45BB-AD69-AA0974E08CF2}" type="presParOf" srcId="{2C3E9893-C8F3-4813-BFD3-936EB305E02F}" destId="{18059779-F9DC-469D-937B-DEAA6A0F888F}" srcOrd="0" destOrd="0" presId="urn:microsoft.com/office/officeart/2005/8/layout/chevron2"/>
    <dgm:cxn modelId="{6E6F6BFF-F5C4-4348-8B1B-83AA85350316}" type="presParOf" srcId="{2C3E9893-C8F3-4813-BFD3-936EB305E02F}" destId="{4742C10C-969E-4130-88E0-38FA9BE4FFEC}" srcOrd="1" destOrd="0" presId="urn:microsoft.com/office/officeart/2005/8/layout/chevron2"/>
    <dgm:cxn modelId="{7895F63A-EDDC-48B3-8C42-0E13FC74D5B2}" type="presParOf" srcId="{7FB25158-1BA1-43A3-812A-6DC8EA666D2F}" destId="{452BE471-3EED-4EE0-BA70-03700857DA38}" srcOrd="1" destOrd="0" presId="urn:microsoft.com/office/officeart/2005/8/layout/chevron2"/>
    <dgm:cxn modelId="{902A110B-EFFE-4FC0-8553-52F652888AFE}" type="presParOf" srcId="{7FB25158-1BA1-43A3-812A-6DC8EA666D2F}" destId="{2B5CCA03-4107-46F9-B89A-A59351FB4A74}" srcOrd="2" destOrd="0" presId="urn:microsoft.com/office/officeart/2005/8/layout/chevron2"/>
    <dgm:cxn modelId="{034F0742-C519-4EDB-BEB5-8494364BB756}" type="presParOf" srcId="{2B5CCA03-4107-46F9-B89A-A59351FB4A74}" destId="{30A8265A-7AC2-497F-AA24-B5498260BE41}" srcOrd="0" destOrd="0" presId="urn:microsoft.com/office/officeart/2005/8/layout/chevron2"/>
    <dgm:cxn modelId="{649CBE8E-9C9F-4A95-B96D-D2558EACDFD8}" type="presParOf" srcId="{2B5CCA03-4107-46F9-B89A-A59351FB4A74}" destId="{93A01732-9EE4-4820-8E77-24A14ED5F5B7}" srcOrd="1" destOrd="0" presId="urn:microsoft.com/office/officeart/2005/8/layout/chevron2"/>
    <dgm:cxn modelId="{20647C12-693A-464A-BD88-A9934AE2E41D}" type="presParOf" srcId="{7FB25158-1BA1-43A3-812A-6DC8EA666D2F}" destId="{73A36C79-75A3-44A1-8F0D-E4BFD03CF057}" srcOrd="3" destOrd="0" presId="urn:microsoft.com/office/officeart/2005/8/layout/chevron2"/>
    <dgm:cxn modelId="{6B8BD65A-B134-401A-8E16-4D94057675A5}" type="presParOf" srcId="{7FB25158-1BA1-43A3-812A-6DC8EA666D2F}" destId="{54727D5D-C428-4F37-B61D-57A970E000F5}" srcOrd="4" destOrd="0" presId="urn:microsoft.com/office/officeart/2005/8/layout/chevron2"/>
    <dgm:cxn modelId="{0A754380-CFEA-46F5-9273-4C57BE6A1943}" type="presParOf" srcId="{54727D5D-C428-4F37-B61D-57A970E000F5}" destId="{7FF9CBA6-FFC4-4E71-B130-545E68E5BC93}" srcOrd="0" destOrd="0" presId="urn:microsoft.com/office/officeart/2005/8/layout/chevron2"/>
    <dgm:cxn modelId="{897F5700-26DC-4C10-BB33-AD9646F4FEA4}" type="presParOf" srcId="{54727D5D-C428-4F37-B61D-57A970E000F5}" destId="{D8314F7C-9F02-4432-B518-A8C5234062E0}" srcOrd="1" destOrd="0" presId="urn:microsoft.com/office/officeart/2005/8/layout/chevron2"/>
    <dgm:cxn modelId="{F6CC98B8-02F7-4573-8764-5EFBE005BEC8}" type="presParOf" srcId="{7FB25158-1BA1-43A3-812A-6DC8EA666D2F}" destId="{B03E576A-B57F-439B-B610-865C0533CC51}" srcOrd="5" destOrd="0" presId="urn:microsoft.com/office/officeart/2005/8/layout/chevron2"/>
    <dgm:cxn modelId="{27912FDE-1487-44B2-BF73-7ACD6D2D96E2}" type="presParOf" srcId="{7FB25158-1BA1-43A3-812A-6DC8EA666D2F}" destId="{9348A882-E65E-4F8E-9D65-FC358C51004A}" srcOrd="6" destOrd="0" presId="urn:microsoft.com/office/officeart/2005/8/layout/chevron2"/>
    <dgm:cxn modelId="{4B581EDA-599C-42BE-8B0C-799405504025}" type="presParOf" srcId="{9348A882-E65E-4F8E-9D65-FC358C51004A}" destId="{D9ACF4AB-36C9-49C6-8250-9F2354C8F6F7}" srcOrd="0" destOrd="0" presId="urn:microsoft.com/office/officeart/2005/8/layout/chevron2"/>
    <dgm:cxn modelId="{ADAC42C4-D2DA-4606-B5D3-D4D9A4C8AEE7}" type="presParOf" srcId="{9348A882-E65E-4F8E-9D65-FC358C51004A}" destId="{EF7CE2C6-850F-4035-B645-09967AEA6FFD}" srcOrd="1" destOrd="0" presId="urn:microsoft.com/office/officeart/2005/8/layout/chevron2"/>
    <dgm:cxn modelId="{26FE14D0-87C5-4B57-B9E9-0CD67DBF6C84}" type="presParOf" srcId="{7FB25158-1BA1-43A3-812A-6DC8EA666D2F}" destId="{F16FC4EC-3AE8-4ADF-9598-CEA831460FBA}" srcOrd="7" destOrd="0" presId="urn:microsoft.com/office/officeart/2005/8/layout/chevron2"/>
    <dgm:cxn modelId="{4C091545-FD8F-42CE-95EA-CBCB72B67AC7}" type="presParOf" srcId="{7FB25158-1BA1-43A3-812A-6DC8EA666D2F}" destId="{263BFD6C-08E9-41D2-AB31-10912311B128}" srcOrd="8" destOrd="0" presId="urn:microsoft.com/office/officeart/2005/8/layout/chevron2"/>
    <dgm:cxn modelId="{C7E5F3D1-2623-40C0-B1BE-E4813EC92E93}" type="presParOf" srcId="{263BFD6C-08E9-41D2-AB31-10912311B128}" destId="{4FC72D5C-AB85-4D11-8E4F-D7B8BC3F1F9F}" srcOrd="0" destOrd="0" presId="urn:microsoft.com/office/officeart/2005/8/layout/chevron2"/>
    <dgm:cxn modelId="{742CE488-CE42-4F49-B7A0-CCB3E0E4ACF8}" type="presParOf" srcId="{263BFD6C-08E9-41D2-AB31-10912311B128}" destId="{DDC3D6F1-16C2-49AF-B3B5-6C747058629B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40FAE443-E21C-44AA-A81B-599F7B6D587E}" type="doc">
      <dgm:prSet loTypeId="urn:microsoft.com/office/officeart/2005/8/layout/chevron2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3FC327D8-965A-4B02-9DD8-7214A72A8512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1.</a:t>
          </a:r>
        </a:p>
      </dgm:t>
    </dgm:pt>
    <dgm:pt modelId="{191F04B0-969F-4528-A273-737D82991ED9}" type="parTrans" cxnId="{4877C629-6C8F-4262-B51E-1A7AF2EB2C02}">
      <dgm:prSet/>
      <dgm:spPr/>
      <dgm:t>
        <a:bodyPr/>
        <a:lstStyle/>
        <a:p>
          <a:endParaRPr lang="de-DE" sz="1700"/>
        </a:p>
      </dgm:t>
    </dgm:pt>
    <dgm:pt modelId="{763BFB95-8321-4B23-863B-5F3B4180E03F}" type="sibTrans" cxnId="{4877C629-6C8F-4262-B51E-1A7AF2EB2C02}">
      <dgm:prSet/>
      <dgm:spPr/>
      <dgm:t>
        <a:bodyPr/>
        <a:lstStyle/>
        <a:p>
          <a:endParaRPr lang="de-DE" sz="1700"/>
        </a:p>
      </dgm:t>
    </dgm:pt>
    <dgm:pt modelId="{2AE14FCD-CF77-4A93-A2FA-3A1F74D9932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gm:t>
    </dgm:pt>
    <dgm:pt modelId="{E1EB3A52-294F-47B8-926D-A32404AE09F5}" type="parTrans" cxnId="{78547DEA-3F19-48E3-AA84-8CFF9F731F2C}">
      <dgm:prSet/>
      <dgm:spPr/>
      <dgm:t>
        <a:bodyPr/>
        <a:lstStyle/>
        <a:p>
          <a:endParaRPr lang="de-DE" sz="1700"/>
        </a:p>
      </dgm:t>
    </dgm:pt>
    <dgm:pt modelId="{0595F7E2-046E-45BF-BED1-AD30EB04FF0A}" type="sibTrans" cxnId="{78547DEA-3F19-48E3-AA84-8CFF9F731F2C}">
      <dgm:prSet/>
      <dgm:spPr/>
      <dgm:t>
        <a:bodyPr/>
        <a:lstStyle/>
        <a:p>
          <a:endParaRPr lang="de-DE" sz="1700"/>
        </a:p>
      </dgm:t>
    </dgm:pt>
    <dgm:pt modelId="{00C9378B-5E27-4A82-B881-8A08C576EFB0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2.</a:t>
          </a:r>
        </a:p>
      </dgm:t>
    </dgm:pt>
    <dgm:pt modelId="{43DC5520-B642-4C76-BA53-584E98F21C2D}" type="parTrans" cxnId="{8F1CB2B3-932B-4BBA-9BB5-5F40EA5E5EFD}">
      <dgm:prSet/>
      <dgm:spPr/>
      <dgm:t>
        <a:bodyPr/>
        <a:lstStyle/>
        <a:p>
          <a:endParaRPr lang="de-DE" sz="1700"/>
        </a:p>
      </dgm:t>
    </dgm:pt>
    <dgm:pt modelId="{5C2E8051-11E2-481F-BFE3-B8298F433D8D}" type="sibTrans" cxnId="{8F1CB2B3-932B-4BBA-9BB5-5F40EA5E5EFD}">
      <dgm:prSet/>
      <dgm:spPr/>
      <dgm:t>
        <a:bodyPr/>
        <a:lstStyle/>
        <a:p>
          <a:endParaRPr lang="de-DE" sz="1700"/>
        </a:p>
      </dgm:t>
    </dgm:pt>
    <dgm:pt modelId="{6BAA869A-0B16-4F4A-9BF2-5EBA7FA0D05F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gm:t>
    </dgm:pt>
    <dgm:pt modelId="{86B5B3A5-6EED-4FFB-9E9B-AA6CE3F0AB25}" type="parTrans" cxnId="{8C5BAA69-FA3D-47EC-9B36-85DF7826C0AE}">
      <dgm:prSet/>
      <dgm:spPr/>
      <dgm:t>
        <a:bodyPr/>
        <a:lstStyle/>
        <a:p>
          <a:endParaRPr lang="de-DE" sz="1700"/>
        </a:p>
      </dgm:t>
    </dgm:pt>
    <dgm:pt modelId="{D7E69CCC-BFAA-4552-B253-8225F8151F58}" type="sibTrans" cxnId="{8C5BAA69-FA3D-47EC-9B36-85DF7826C0AE}">
      <dgm:prSet/>
      <dgm:spPr/>
      <dgm:t>
        <a:bodyPr/>
        <a:lstStyle/>
        <a:p>
          <a:endParaRPr lang="de-DE" sz="1700"/>
        </a:p>
      </dgm:t>
    </dgm:pt>
    <dgm:pt modelId="{FEE56619-8D6D-4845-B53B-1A832B4E795A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3.</a:t>
          </a:r>
        </a:p>
      </dgm:t>
    </dgm:pt>
    <dgm:pt modelId="{0A8BC554-8EA5-4792-A7F1-02601309DB8A}" type="parTrans" cxnId="{FE390875-7A96-4945-9C5D-6915DE54A73E}">
      <dgm:prSet/>
      <dgm:spPr/>
      <dgm:t>
        <a:bodyPr/>
        <a:lstStyle/>
        <a:p>
          <a:endParaRPr lang="de-DE" sz="1700"/>
        </a:p>
      </dgm:t>
    </dgm:pt>
    <dgm:pt modelId="{BC2E5147-BCB0-445C-B0C8-403BD6AEC46B}" type="sibTrans" cxnId="{FE390875-7A96-4945-9C5D-6915DE54A73E}">
      <dgm:prSet/>
      <dgm:spPr/>
      <dgm:t>
        <a:bodyPr/>
        <a:lstStyle/>
        <a:p>
          <a:endParaRPr lang="de-DE" sz="1700"/>
        </a:p>
      </dgm:t>
    </dgm:pt>
    <dgm:pt modelId="{FF2EEFC9-FCF6-44C3-BB92-F508F916EBE8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gm:t>
    </dgm:pt>
    <dgm:pt modelId="{E250B96D-CA80-423B-A321-479EAE935F49}" type="parTrans" cxnId="{44B32ACD-7E7D-4AE1-A751-6B38050936F5}">
      <dgm:prSet/>
      <dgm:spPr/>
      <dgm:t>
        <a:bodyPr/>
        <a:lstStyle/>
        <a:p>
          <a:endParaRPr lang="de-DE" sz="1700"/>
        </a:p>
      </dgm:t>
    </dgm:pt>
    <dgm:pt modelId="{A89558D4-D724-4FA6-AB6F-B6F9AE41A694}" type="sibTrans" cxnId="{44B32ACD-7E7D-4AE1-A751-6B38050936F5}">
      <dgm:prSet/>
      <dgm:spPr/>
      <dgm:t>
        <a:bodyPr/>
        <a:lstStyle/>
        <a:p>
          <a:endParaRPr lang="de-DE" sz="1700"/>
        </a:p>
      </dgm:t>
    </dgm:pt>
    <dgm:pt modelId="{B33C0D2C-61CA-46F9-A3D0-047C48B3A814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4.</a:t>
          </a:r>
        </a:p>
      </dgm:t>
    </dgm:pt>
    <dgm:pt modelId="{8E667A08-BE27-45F1-9B08-3F1B60259075}" type="parTrans" cxnId="{62D15D37-E391-4F38-AE15-DEBDDB712F79}">
      <dgm:prSet/>
      <dgm:spPr/>
      <dgm:t>
        <a:bodyPr/>
        <a:lstStyle/>
        <a:p>
          <a:endParaRPr lang="de-DE" sz="1700"/>
        </a:p>
      </dgm:t>
    </dgm:pt>
    <dgm:pt modelId="{4A46F902-78C0-4D79-B1E1-DCF038CD2528}" type="sibTrans" cxnId="{62D15D37-E391-4F38-AE15-DEBDDB712F79}">
      <dgm:prSet/>
      <dgm:spPr/>
      <dgm:t>
        <a:bodyPr/>
        <a:lstStyle/>
        <a:p>
          <a:endParaRPr lang="de-DE" sz="1700"/>
        </a:p>
      </dgm:t>
    </dgm:pt>
    <dgm:pt modelId="{873898E8-79E2-4D6F-86D9-8B26CF454AF6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5.</a:t>
          </a:r>
        </a:p>
      </dgm:t>
    </dgm:pt>
    <dgm:pt modelId="{C920455E-C6F9-4D5A-8277-01E653B59B98}" type="parTrans" cxnId="{03F03821-B40F-46FB-86C2-A51723C85A9E}">
      <dgm:prSet/>
      <dgm:spPr/>
      <dgm:t>
        <a:bodyPr/>
        <a:lstStyle/>
        <a:p>
          <a:endParaRPr lang="de-DE" sz="1700"/>
        </a:p>
      </dgm:t>
    </dgm:pt>
    <dgm:pt modelId="{9A377BE9-4CA6-4994-BF60-D46433D2301F}" type="sibTrans" cxnId="{03F03821-B40F-46FB-86C2-A51723C85A9E}">
      <dgm:prSet/>
      <dgm:spPr/>
      <dgm:t>
        <a:bodyPr/>
        <a:lstStyle/>
        <a:p>
          <a:endParaRPr lang="de-DE" sz="1700"/>
        </a:p>
      </dgm:t>
    </dgm:pt>
    <dgm:pt modelId="{083CA7A5-C4FA-4107-8585-B435E458D504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gm:t>
    </dgm:pt>
    <dgm:pt modelId="{026D83A8-FBE4-4E88-A48B-FC4955B84387}" type="parTrans" cxnId="{94815B0C-B29F-4B41-BB48-6A0AFF9515A2}">
      <dgm:prSet/>
      <dgm:spPr/>
      <dgm:t>
        <a:bodyPr/>
        <a:lstStyle/>
        <a:p>
          <a:endParaRPr lang="de-DE" sz="1700"/>
        </a:p>
      </dgm:t>
    </dgm:pt>
    <dgm:pt modelId="{BBF1A80F-C165-4D13-B148-018A61DD4C4E}" type="sibTrans" cxnId="{94815B0C-B29F-4B41-BB48-6A0AFF9515A2}">
      <dgm:prSet/>
      <dgm:spPr/>
      <dgm:t>
        <a:bodyPr/>
        <a:lstStyle/>
        <a:p>
          <a:endParaRPr lang="de-DE" sz="1700"/>
        </a:p>
      </dgm:t>
    </dgm:pt>
    <dgm:pt modelId="{3AA6D03A-592A-489F-BBD1-1DD69533813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tx1"/>
              </a:solidFill>
            </a:rPr>
            <a:t>Conclusion</a:t>
          </a:r>
        </a:p>
      </dgm:t>
    </dgm:pt>
    <dgm:pt modelId="{A97680D6-E53B-4085-899A-3F1B00FFF512}" type="parTrans" cxnId="{25CE440A-1A20-42EA-8C7E-AD7C2D6A68EE}">
      <dgm:prSet/>
      <dgm:spPr/>
      <dgm:t>
        <a:bodyPr/>
        <a:lstStyle/>
        <a:p>
          <a:endParaRPr lang="de-DE" sz="1700"/>
        </a:p>
      </dgm:t>
    </dgm:pt>
    <dgm:pt modelId="{E6D8962F-6D8C-40B3-B559-2308F23DCF33}" type="sibTrans" cxnId="{25CE440A-1A20-42EA-8C7E-AD7C2D6A68EE}">
      <dgm:prSet/>
      <dgm:spPr/>
      <dgm:t>
        <a:bodyPr/>
        <a:lstStyle/>
        <a:p>
          <a:endParaRPr lang="de-DE" sz="1700"/>
        </a:p>
      </dgm:t>
    </dgm:pt>
    <dgm:pt modelId="{7FB25158-1BA1-43A3-812A-6DC8EA666D2F}" type="pres">
      <dgm:prSet presAssocID="{40FAE443-E21C-44AA-A81B-599F7B6D587E}" presName="linearFlow" presStyleCnt="0">
        <dgm:presLayoutVars>
          <dgm:dir/>
          <dgm:animLvl val="lvl"/>
          <dgm:resizeHandles val="exact"/>
        </dgm:presLayoutVars>
      </dgm:prSet>
      <dgm:spPr/>
    </dgm:pt>
    <dgm:pt modelId="{2C3E9893-C8F3-4813-BFD3-936EB305E02F}" type="pres">
      <dgm:prSet presAssocID="{3FC327D8-965A-4B02-9DD8-7214A72A8512}" presName="composite" presStyleCnt="0"/>
      <dgm:spPr/>
    </dgm:pt>
    <dgm:pt modelId="{18059779-F9DC-469D-937B-DEAA6A0F888F}" type="pres">
      <dgm:prSet presAssocID="{3FC327D8-965A-4B02-9DD8-7214A72A8512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4742C10C-969E-4130-88E0-38FA9BE4FFEC}" type="pres">
      <dgm:prSet presAssocID="{3FC327D8-965A-4B02-9DD8-7214A72A8512}" presName="descendantText" presStyleLbl="alignAcc1" presStyleIdx="0" presStyleCnt="5">
        <dgm:presLayoutVars>
          <dgm:bulletEnabled val="1"/>
        </dgm:presLayoutVars>
      </dgm:prSet>
      <dgm:spPr/>
    </dgm:pt>
    <dgm:pt modelId="{452BE471-3EED-4EE0-BA70-03700857DA38}" type="pres">
      <dgm:prSet presAssocID="{763BFB95-8321-4B23-863B-5F3B4180E03F}" presName="sp" presStyleCnt="0"/>
      <dgm:spPr/>
    </dgm:pt>
    <dgm:pt modelId="{2B5CCA03-4107-46F9-B89A-A59351FB4A74}" type="pres">
      <dgm:prSet presAssocID="{00C9378B-5E27-4A82-B881-8A08C576EFB0}" presName="composite" presStyleCnt="0"/>
      <dgm:spPr/>
    </dgm:pt>
    <dgm:pt modelId="{30A8265A-7AC2-497F-AA24-B5498260BE41}" type="pres">
      <dgm:prSet presAssocID="{00C9378B-5E27-4A82-B881-8A08C576EFB0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93A01732-9EE4-4820-8E77-24A14ED5F5B7}" type="pres">
      <dgm:prSet presAssocID="{00C9378B-5E27-4A82-B881-8A08C576EFB0}" presName="descendantText" presStyleLbl="alignAcc1" presStyleIdx="1" presStyleCnt="5">
        <dgm:presLayoutVars>
          <dgm:bulletEnabled val="1"/>
        </dgm:presLayoutVars>
      </dgm:prSet>
      <dgm:spPr/>
    </dgm:pt>
    <dgm:pt modelId="{73A36C79-75A3-44A1-8F0D-E4BFD03CF057}" type="pres">
      <dgm:prSet presAssocID="{5C2E8051-11E2-481F-BFE3-B8298F433D8D}" presName="sp" presStyleCnt="0"/>
      <dgm:spPr/>
    </dgm:pt>
    <dgm:pt modelId="{54727D5D-C428-4F37-B61D-57A970E000F5}" type="pres">
      <dgm:prSet presAssocID="{FEE56619-8D6D-4845-B53B-1A832B4E795A}" presName="composite" presStyleCnt="0"/>
      <dgm:spPr/>
    </dgm:pt>
    <dgm:pt modelId="{7FF9CBA6-FFC4-4E71-B130-545E68E5BC93}" type="pres">
      <dgm:prSet presAssocID="{FEE56619-8D6D-4845-B53B-1A832B4E795A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D8314F7C-9F02-4432-B518-A8C5234062E0}" type="pres">
      <dgm:prSet presAssocID="{FEE56619-8D6D-4845-B53B-1A832B4E795A}" presName="descendantText" presStyleLbl="alignAcc1" presStyleIdx="2" presStyleCnt="5">
        <dgm:presLayoutVars>
          <dgm:bulletEnabled val="1"/>
        </dgm:presLayoutVars>
      </dgm:prSet>
      <dgm:spPr/>
    </dgm:pt>
    <dgm:pt modelId="{B03E576A-B57F-439B-B610-865C0533CC51}" type="pres">
      <dgm:prSet presAssocID="{BC2E5147-BCB0-445C-B0C8-403BD6AEC46B}" presName="sp" presStyleCnt="0"/>
      <dgm:spPr/>
    </dgm:pt>
    <dgm:pt modelId="{9348A882-E65E-4F8E-9D65-FC358C51004A}" type="pres">
      <dgm:prSet presAssocID="{B33C0D2C-61CA-46F9-A3D0-047C48B3A814}" presName="composite" presStyleCnt="0"/>
      <dgm:spPr/>
    </dgm:pt>
    <dgm:pt modelId="{D9ACF4AB-36C9-49C6-8250-9F2354C8F6F7}" type="pres">
      <dgm:prSet presAssocID="{B33C0D2C-61CA-46F9-A3D0-047C48B3A814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EF7CE2C6-850F-4035-B645-09967AEA6FFD}" type="pres">
      <dgm:prSet presAssocID="{B33C0D2C-61CA-46F9-A3D0-047C48B3A814}" presName="descendantText" presStyleLbl="alignAcc1" presStyleIdx="3" presStyleCnt="5">
        <dgm:presLayoutVars>
          <dgm:bulletEnabled val="1"/>
        </dgm:presLayoutVars>
      </dgm:prSet>
      <dgm:spPr/>
    </dgm:pt>
    <dgm:pt modelId="{F16FC4EC-3AE8-4ADF-9598-CEA831460FBA}" type="pres">
      <dgm:prSet presAssocID="{4A46F902-78C0-4D79-B1E1-DCF038CD2528}" presName="sp" presStyleCnt="0"/>
      <dgm:spPr/>
    </dgm:pt>
    <dgm:pt modelId="{263BFD6C-08E9-41D2-AB31-10912311B128}" type="pres">
      <dgm:prSet presAssocID="{873898E8-79E2-4D6F-86D9-8B26CF454AF6}" presName="composite" presStyleCnt="0"/>
      <dgm:spPr/>
    </dgm:pt>
    <dgm:pt modelId="{4FC72D5C-AB85-4D11-8E4F-D7B8BC3F1F9F}" type="pres">
      <dgm:prSet presAssocID="{873898E8-79E2-4D6F-86D9-8B26CF454AF6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DDC3D6F1-16C2-49AF-B3B5-6C747058629B}" type="pres">
      <dgm:prSet presAssocID="{873898E8-79E2-4D6F-86D9-8B26CF454AF6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25CE440A-1A20-42EA-8C7E-AD7C2D6A68EE}" srcId="{873898E8-79E2-4D6F-86D9-8B26CF454AF6}" destId="{3AA6D03A-592A-489F-BBD1-1DD69533813B}" srcOrd="0" destOrd="0" parTransId="{A97680D6-E53B-4085-899A-3F1B00FFF512}" sibTransId="{E6D8962F-6D8C-40B3-B559-2308F23DCF33}"/>
    <dgm:cxn modelId="{94815B0C-B29F-4B41-BB48-6A0AFF9515A2}" srcId="{B33C0D2C-61CA-46F9-A3D0-047C48B3A814}" destId="{083CA7A5-C4FA-4107-8585-B435E458D504}" srcOrd="0" destOrd="0" parTransId="{026D83A8-FBE4-4E88-A48B-FC4955B84387}" sibTransId="{BBF1A80F-C165-4D13-B148-018A61DD4C4E}"/>
    <dgm:cxn modelId="{96F02414-B8D5-4D3B-97C3-18F6762F8BA8}" type="presOf" srcId="{FEE56619-8D6D-4845-B53B-1A832B4E795A}" destId="{7FF9CBA6-FFC4-4E71-B130-545E68E5BC93}" srcOrd="0" destOrd="0" presId="urn:microsoft.com/office/officeart/2005/8/layout/chevron2"/>
    <dgm:cxn modelId="{03F03821-B40F-46FB-86C2-A51723C85A9E}" srcId="{40FAE443-E21C-44AA-A81B-599F7B6D587E}" destId="{873898E8-79E2-4D6F-86D9-8B26CF454AF6}" srcOrd="4" destOrd="0" parTransId="{C920455E-C6F9-4D5A-8277-01E653B59B98}" sibTransId="{9A377BE9-4CA6-4994-BF60-D46433D2301F}"/>
    <dgm:cxn modelId="{1F3E7527-8633-428C-9BA7-8FA154442666}" type="presOf" srcId="{2AE14FCD-CF77-4A93-A2FA-3A1F74D9932B}" destId="{4742C10C-969E-4130-88E0-38FA9BE4FFEC}" srcOrd="0" destOrd="0" presId="urn:microsoft.com/office/officeart/2005/8/layout/chevron2"/>
    <dgm:cxn modelId="{4877C629-6C8F-4262-B51E-1A7AF2EB2C02}" srcId="{40FAE443-E21C-44AA-A81B-599F7B6D587E}" destId="{3FC327D8-965A-4B02-9DD8-7214A72A8512}" srcOrd="0" destOrd="0" parTransId="{191F04B0-969F-4528-A273-737D82991ED9}" sibTransId="{763BFB95-8321-4B23-863B-5F3B4180E03F}"/>
    <dgm:cxn modelId="{62D15D37-E391-4F38-AE15-DEBDDB712F79}" srcId="{40FAE443-E21C-44AA-A81B-599F7B6D587E}" destId="{B33C0D2C-61CA-46F9-A3D0-047C48B3A814}" srcOrd="3" destOrd="0" parTransId="{8E667A08-BE27-45F1-9B08-3F1B60259075}" sibTransId="{4A46F902-78C0-4D79-B1E1-DCF038CD2528}"/>
    <dgm:cxn modelId="{478EB93B-7E3F-4AC1-95E1-4ABFAF4E062D}" type="presOf" srcId="{3AA6D03A-592A-489F-BBD1-1DD69533813B}" destId="{DDC3D6F1-16C2-49AF-B3B5-6C747058629B}" srcOrd="0" destOrd="0" presId="urn:microsoft.com/office/officeart/2005/8/layout/chevron2"/>
    <dgm:cxn modelId="{C1F2165F-5A30-49AE-B1BE-AD68FA20264F}" type="presOf" srcId="{00C9378B-5E27-4A82-B881-8A08C576EFB0}" destId="{30A8265A-7AC2-497F-AA24-B5498260BE41}" srcOrd="0" destOrd="0" presId="urn:microsoft.com/office/officeart/2005/8/layout/chevron2"/>
    <dgm:cxn modelId="{8C5BAA69-FA3D-47EC-9B36-85DF7826C0AE}" srcId="{00C9378B-5E27-4A82-B881-8A08C576EFB0}" destId="{6BAA869A-0B16-4F4A-9BF2-5EBA7FA0D05F}" srcOrd="0" destOrd="0" parTransId="{86B5B3A5-6EED-4FFB-9E9B-AA6CE3F0AB25}" sibTransId="{D7E69CCC-BFAA-4552-B253-8225F8151F58}"/>
    <dgm:cxn modelId="{9697166B-1FA7-4D0C-BDC1-CDFCDA1AEF17}" type="presOf" srcId="{B33C0D2C-61CA-46F9-A3D0-047C48B3A814}" destId="{D9ACF4AB-36C9-49C6-8250-9F2354C8F6F7}" srcOrd="0" destOrd="0" presId="urn:microsoft.com/office/officeart/2005/8/layout/chevron2"/>
    <dgm:cxn modelId="{3E32C86E-4A2C-438F-B360-2077891EAC4B}" type="presOf" srcId="{6BAA869A-0B16-4F4A-9BF2-5EBA7FA0D05F}" destId="{93A01732-9EE4-4820-8E77-24A14ED5F5B7}" srcOrd="0" destOrd="0" presId="urn:microsoft.com/office/officeart/2005/8/layout/chevron2"/>
    <dgm:cxn modelId="{813B2851-BAEF-4597-AA3F-1AC18F1B1061}" type="presOf" srcId="{873898E8-79E2-4D6F-86D9-8B26CF454AF6}" destId="{4FC72D5C-AB85-4D11-8E4F-D7B8BC3F1F9F}" srcOrd="0" destOrd="0" presId="urn:microsoft.com/office/officeart/2005/8/layout/chevron2"/>
    <dgm:cxn modelId="{FE390875-7A96-4945-9C5D-6915DE54A73E}" srcId="{40FAE443-E21C-44AA-A81B-599F7B6D587E}" destId="{FEE56619-8D6D-4845-B53B-1A832B4E795A}" srcOrd="2" destOrd="0" parTransId="{0A8BC554-8EA5-4792-A7F1-02601309DB8A}" sibTransId="{BC2E5147-BCB0-445C-B0C8-403BD6AEC46B}"/>
    <dgm:cxn modelId="{B323F858-5C37-41F6-BAC8-4A74E94B6D15}" type="presOf" srcId="{3FC327D8-965A-4B02-9DD8-7214A72A8512}" destId="{18059779-F9DC-469D-937B-DEAA6A0F888F}" srcOrd="0" destOrd="0" presId="urn:microsoft.com/office/officeart/2005/8/layout/chevron2"/>
    <dgm:cxn modelId="{8F1CB2B3-932B-4BBA-9BB5-5F40EA5E5EFD}" srcId="{40FAE443-E21C-44AA-A81B-599F7B6D587E}" destId="{00C9378B-5E27-4A82-B881-8A08C576EFB0}" srcOrd="1" destOrd="0" parTransId="{43DC5520-B642-4C76-BA53-584E98F21C2D}" sibTransId="{5C2E8051-11E2-481F-BFE3-B8298F433D8D}"/>
    <dgm:cxn modelId="{8D1395B5-E632-4A7D-BC1B-D825BE311ACE}" type="presOf" srcId="{40FAE443-E21C-44AA-A81B-599F7B6D587E}" destId="{7FB25158-1BA1-43A3-812A-6DC8EA666D2F}" srcOrd="0" destOrd="0" presId="urn:microsoft.com/office/officeart/2005/8/layout/chevron2"/>
    <dgm:cxn modelId="{44B32ACD-7E7D-4AE1-A751-6B38050936F5}" srcId="{FEE56619-8D6D-4845-B53B-1A832B4E795A}" destId="{FF2EEFC9-FCF6-44C3-BB92-F508F916EBE8}" srcOrd="0" destOrd="0" parTransId="{E250B96D-CA80-423B-A321-479EAE935F49}" sibTransId="{A89558D4-D724-4FA6-AB6F-B6F9AE41A694}"/>
    <dgm:cxn modelId="{9233B3D9-FB3C-49EF-9E19-E51ADCFE6B0B}" type="presOf" srcId="{083CA7A5-C4FA-4107-8585-B435E458D504}" destId="{EF7CE2C6-850F-4035-B645-09967AEA6FFD}" srcOrd="0" destOrd="0" presId="urn:microsoft.com/office/officeart/2005/8/layout/chevron2"/>
    <dgm:cxn modelId="{78547DEA-3F19-48E3-AA84-8CFF9F731F2C}" srcId="{3FC327D8-965A-4B02-9DD8-7214A72A8512}" destId="{2AE14FCD-CF77-4A93-A2FA-3A1F74D9932B}" srcOrd="0" destOrd="0" parTransId="{E1EB3A52-294F-47B8-926D-A32404AE09F5}" sibTransId="{0595F7E2-046E-45BF-BED1-AD30EB04FF0A}"/>
    <dgm:cxn modelId="{2BA078FA-E149-45EC-BD7D-9BEFBF2A27DE}" type="presOf" srcId="{FF2EEFC9-FCF6-44C3-BB92-F508F916EBE8}" destId="{D8314F7C-9F02-4432-B518-A8C5234062E0}" srcOrd="0" destOrd="0" presId="urn:microsoft.com/office/officeart/2005/8/layout/chevron2"/>
    <dgm:cxn modelId="{22B705FD-2C39-4F00-B81A-DD5EE4C3BF54}" type="presParOf" srcId="{7FB25158-1BA1-43A3-812A-6DC8EA666D2F}" destId="{2C3E9893-C8F3-4813-BFD3-936EB305E02F}" srcOrd="0" destOrd="0" presId="urn:microsoft.com/office/officeart/2005/8/layout/chevron2"/>
    <dgm:cxn modelId="{E83C38F4-22E5-45BB-AD69-AA0974E08CF2}" type="presParOf" srcId="{2C3E9893-C8F3-4813-BFD3-936EB305E02F}" destId="{18059779-F9DC-469D-937B-DEAA6A0F888F}" srcOrd="0" destOrd="0" presId="urn:microsoft.com/office/officeart/2005/8/layout/chevron2"/>
    <dgm:cxn modelId="{6E6F6BFF-F5C4-4348-8B1B-83AA85350316}" type="presParOf" srcId="{2C3E9893-C8F3-4813-BFD3-936EB305E02F}" destId="{4742C10C-969E-4130-88E0-38FA9BE4FFEC}" srcOrd="1" destOrd="0" presId="urn:microsoft.com/office/officeart/2005/8/layout/chevron2"/>
    <dgm:cxn modelId="{7895F63A-EDDC-48B3-8C42-0E13FC74D5B2}" type="presParOf" srcId="{7FB25158-1BA1-43A3-812A-6DC8EA666D2F}" destId="{452BE471-3EED-4EE0-BA70-03700857DA38}" srcOrd="1" destOrd="0" presId="urn:microsoft.com/office/officeart/2005/8/layout/chevron2"/>
    <dgm:cxn modelId="{902A110B-EFFE-4FC0-8553-52F652888AFE}" type="presParOf" srcId="{7FB25158-1BA1-43A3-812A-6DC8EA666D2F}" destId="{2B5CCA03-4107-46F9-B89A-A59351FB4A74}" srcOrd="2" destOrd="0" presId="urn:microsoft.com/office/officeart/2005/8/layout/chevron2"/>
    <dgm:cxn modelId="{034F0742-C519-4EDB-BEB5-8494364BB756}" type="presParOf" srcId="{2B5CCA03-4107-46F9-B89A-A59351FB4A74}" destId="{30A8265A-7AC2-497F-AA24-B5498260BE41}" srcOrd="0" destOrd="0" presId="urn:microsoft.com/office/officeart/2005/8/layout/chevron2"/>
    <dgm:cxn modelId="{649CBE8E-9C9F-4A95-B96D-D2558EACDFD8}" type="presParOf" srcId="{2B5CCA03-4107-46F9-B89A-A59351FB4A74}" destId="{93A01732-9EE4-4820-8E77-24A14ED5F5B7}" srcOrd="1" destOrd="0" presId="urn:microsoft.com/office/officeart/2005/8/layout/chevron2"/>
    <dgm:cxn modelId="{20647C12-693A-464A-BD88-A9934AE2E41D}" type="presParOf" srcId="{7FB25158-1BA1-43A3-812A-6DC8EA666D2F}" destId="{73A36C79-75A3-44A1-8F0D-E4BFD03CF057}" srcOrd="3" destOrd="0" presId="urn:microsoft.com/office/officeart/2005/8/layout/chevron2"/>
    <dgm:cxn modelId="{6B8BD65A-B134-401A-8E16-4D94057675A5}" type="presParOf" srcId="{7FB25158-1BA1-43A3-812A-6DC8EA666D2F}" destId="{54727D5D-C428-4F37-B61D-57A970E000F5}" srcOrd="4" destOrd="0" presId="urn:microsoft.com/office/officeart/2005/8/layout/chevron2"/>
    <dgm:cxn modelId="{0A754380-CFEA-46F5-9273-4C57BE6A1943}" type="presParOf" srcId="{54727D5D-C428-4F37-B61D-57A970E000F5}" destId="{7FF9CBA6-FFC4-4E71-B130-545E68E5BC93}" srcOrd="0" destOrd="0" presId="urn:microsoft.com/office/officeart/2005/8/layout/chevron2"/>
    <dgm:cxn modelId="{897F5700-26DC-4C10-BB33-AD9646F4FEA4}" type="presParOf" srcId="{54727D5D-C428-4F37-B61D-57A970E000F5}" destId="{D8314F7C-9F02-4432-B518-A8C5234062E0}" srcOrd="1" destOrd="0" presId="urn:microsoft.com/office/officeart/2005/8/layout/chevron2"/>
    <dgm:cxn modelId="{F6CC98B8-02F7-4573-8764-5EFBE005BEC8}" type="presParOf" srcId="{7FB25158-1BA1-43A3-812A-6DC8EA666D2F}" destId="{B03E576A-B57F-439B-B610-865C0533CC51}" srcOrd="5" destOrd="0" presId="urn:microsoft.com/office/officeart/2005/8/layout/chevron2"/>
    <dgm:cxn modelId="{27912FDE-1487-44B2-BF73-7ACD6D2D96E2}" type="presParOf" srcId="{7FB25158-1BA1-43A3-812A-6DC8EA666D2F}" destId="{9348A882-E65E-4F8E-9D65-FC358C51004A}" srcOrd="6" destOrd="0" presId="urn:microsoft.com/office/officeart/2005/8/layout/chevron2"/>
    <dgm:cxn modelId="{4B581EDA-599C-42BE-8B0C-799405504025}" type="presParOf" srcId="{9348A882-E65E-4F8E-9D65-FC358C51004A}" destId="{D9ACF4AB-36C9-49C6-8250-9F2354C8F6F7}" srcOrd="0" destOrd="0" presId="urn:microsoft.com/office/officeart/2005/8/layout/chevron2"/>
    <dgm:cxn modelId="{ADAC42C4-D2DA-4606-B5D3-D4D9A4C8AEE7}" type="presParOf" srcId="{9348A882-E65E-4F8E-9D65-FC358C51004A}" destId="{EF7CE2C6-850F-4035-B645-09967AEA6FFD}" srcOrd="1" destOrd="0" presId="urn:microsoft.com/office/officeart/2005/8/layout/chevron2"/>
    <dgm:cxn modelId="{26FE14D0-87C5-4B57-B9E9-0CD67DBF6C84}" type="presParOf" srcId="{7FB25158-1BA1-43A3-812A-6DC8EA666D2F}" destId="{F16FC4EC-3AE8-4ADF-9598-CEA831460FBA}" srcOrd="7" destOrd="0" presId="urn:microsoft.com/office/officeart/2005/8/layout/chevron2"/>
    <dgm:cxn modelId="{4C091545-FD8F-42CE-95EA-CBCB72B67AC7}" type="presParOf" srcId="{7FB25158-1BA1-43A3-812A-6DC8EA666D2F}" destId="{263BFD6C-08E9-41D2-AB31-10912311B128}" srcOrd="8" destOrd="0" presId="urn:microsoft.com/office/officeart/2005/8/layout/chevron2"/>
    <dgm:cxn modelId="{C7E5F3D1-2623-40C0-B1BE-E4813EC92E93}" type="presParOf" srcId="{263BFD6C-08E9-41D2-AB31-10912311B128}" destId="{4FC72D5C-AB85-4D11-8E4F-D7B8BC3F1F9F}" srcOrd="0" destOrd="0" presId="urn:microsoft.com/office/officeart/2005/8/layout/chevron2"/>
    <dgm:cxn modelId="{742CE488-CE42-4F49-B7A0-CCB3E0E4ACF8}" type="presParOf" srcId="{263BFD6C-08E9-41D2-AB31-10912311B128}" destId="{DDC3D6F1-16C2-49AF-B3B5-6C747058629B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059779-F9DC-469D-937B-DEAA6A0F888F}">
      <dsp:nvSpPr>
        <dsp:cNvPr id="0" name=""/>
        <dsp:cNvSpPr/>
      </dsp:nvSpPr>
      <dsp:spPr>
        <a:xfrm rot="5400000">
          <a:off x="-103562" y="1052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1.</a:t>
          </a:r>
        </a:p>
      </dsp:txBody>
      <dsp:txXfrm rot="-5400000">
        <a:off x="1" y="243343"/>
        <a:ext cx="483291" cy="207124"/>
      </dsp:txXfrm>
    </dsp:sp>
    <dsp:sp modelId="{4742C10C-969E-4130-88E0-38FA9BE4FFEC}">
      <dsp:nvSpPr>
        <dsp:cNvPr id="0" name=""/>
        <dsp:cNvSpPr/>
      </dsp:nvSpPr>
      <dsp:spPr>
        <a:xfrm rot="5400000">
          <a:off x="3869142" y="-3384153"/>
          <a:ext cx="449006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/>
            <a:t>Introduction</a:t>
          </a:r>
        </a:p>
      </dsp:txBody>
      <dsp:txXfrm rot="-5400000">
        <a:off x="483292" y="23616"/>
        <a:ext cx="7198789" cy="405168"/>
      </dsp:txXfrm>
    </dsp:sp>
    <dsp:sp modelId="{30A8265A-7AC2-497F-AA24-B5498260BE41}">
      <dsp:nvSpPr>
        <dsp:cNvPr id="0" name=""/>
        <dsp:cNvSpPr/>
      </dsp:nvSpPr>
      <dsp:spPr>
        <a:xfrm rot="5400000">
          <a:off x="-103562" y="67050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2.</a:t>
          </a:r>
        </a:p>
      </dsp:txBody>
      <dsp:txXfrm rot="-5400000">
        <a:off x="1" y="808593"/>
        <a:ext cx="483291" cy="207124"/>
      </dsp:txXfrm>
    </dsp:sp>
    <dsp:sp modelId="{93A01732-9EE4-4820-8E77-24A14ED5F5B7}">
      <dsp:nvSpPr>
        <dsp:cNvPr id="0" name=""/>
        <dsp:cNvSpPr/>
      </dsp:nvSpPr>
      <dsp:spPr>
        <a:xfrm rot="5400000">
          <a:off x="3869260" y="-28190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sp:txBody>
      <dsp:txXfrm rot="-5400000">
        <a:off x="483292" y="588853"/>
        <a:ext cx="7198801" cy="404956"/>
      </dsp:txXfrm>
    </dsp:sp>
    <dsp:sp modelId="{7FF9CBA6-FFC4-4E71-B130-545E68E5BC93}">
      <dsp:nvSpPr>
        <dsp:cNvPr id="0" name=""/>
        <dsp:cNvSpPr/>
      </dsp:nvSpPr>
      <dsp:spPr>
        <a:xfrm rot="5400000">
          <a:off x="-103562" y="123575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3.</a:t>
          </a:r>
        </a:p>
      </dsp:txBody>
      <dsp:txXfrm rot="-5400000">
        <a:off x="1" y="1373843"/>
        <a:ext cx="483291" cy="207124"/>
      </dsp:txXfrm>
    </dsp:sp>
    <dsp:sp modelId="{D8314F7C-9F02-4432-B518-A8C5234062E0}">
      <dsp:nvSpPr>
        <dsp:cNvPr id="0" name=""/>
        <dsp:cNvSpPr/>
      </dsp:nvSpPr>
      <dsp:spPr>
        <a:xfrm rot="5400000">
          <a:off x="3869260" y="-22537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sp:txBody>
      <dsp:txXfrm rot="-5400000">
        <a:off x="483292" y="1154103"/>
        <a:ext cx="7198801" cy="404956"/>
      </dsp:txXfrm>
    </dsp:sp>
    <dsp:sp modelId="{D9ACF4AB-36C9-49C6-8250-9F2354C8F6F7}">
      <dsp:nvSpPr>
        <dsp:cNvPr id="0" name=""/>
        <dsp:cNvSpPr/>
      </dsp:nvSpPr>
      <dsp:spPr>
        <a:xfrm rot="5400000">
          <a:off x="-103562" y="180100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4.</a:t>
          </a:r>
        </a:p>
      </dsp:txBody>
      <dsp:txXfrm rot="-5400000">
        <a:off x="1" y="1939093"/>
        <a:ext cx="483291" cy="207124"/>
      </dsp:txXfrm>
    </dsp:sp>
    <dsp:sp modelId="{EF7CE2C6-850F-4035-B645-09967AEA6FFD}">
      <dsp:nvSpPr>
        <dsp:cNvPr id="0" name=""/>
        <dsp:cNvSpPr/>
      </dsp:nvSpPr>
      <dsp:spPr>
        <a:xfrm rot="5400000">
          <a:off x="3869260" y="-16885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sp:txBody>
      <dsp:txXfrm rot="-5400000">
        <a:off x="483292" y="1719353"/>
        <a:ext cx="7198801" cy="404956"/>
      </dsp:txXfrm>
    </dsp:sp>
    <dsp:sp modelId="{4FC72D5C-AB85-4D11-8E4F-D7B8BC3F1F9F}">
      <dsp:nvSpPr>
        <dsp:cNvPr id="0" name=""/>
        <dsp:cNvSpPr/>
      </dsp:nvSpPr>
      <dsp:spPr>
        <a:xfrm rot="5400000">
          <a:off x="-103562" y="236625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5.</a:t>
          </a:r>
        </a:p>
      </dsp:txBody>
      <dsp:txXfrm rot="-5400000">
        <a:off x="1" y="2504343"/>
        <a:ext cx="483291" cy="207124"/>
      </dsp:txXfrm>
    </dsp:sp>
    <dsp:sp modelId="{DDC3D6F1-16C2-49AF-B3B5-6C747058629B}">
      <dsp:nvSpPr>
        <dsp:cNvPr id="0" name=""/>
        <dsp:cNvSpPr/>
      </dsp:nvSpPr>
      <dsp:spPr>
        <a:xfrm rot="5400000">
          <a:off x="3869260" y="-11232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sp:txBody>
      <dsp:txXfrm rot="-5400000">
        <a:off x="483292" y="2284603"/>
        <a:ext cx="7198801" cy="40495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059779-F9DC-469D-937B-DEAA6A0F888F}">
      <dsp:nvSpPr>
        <dsp:cNvPr id="0" name=""/>
        <dsp:cNvSpPr/>
      </dsp:nvSpPr>
      <dsp:spPr>
        <a:xfrm rot="5400000">
          <a:off x="-103562" y="1052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1.</a:t>
          </a:r>
        </a:p>
      </dsp:txBody>
      <dsp:txXfrm rot="-5400000">
        <a:off x="1" y="243343"/>
        <a:ext cx="483291" cy="207124"/>
      </dsp:txXfrm>
    </dsp:sp>
    <dsp:sp modelId="{4742C10C-969E-4130-88E0-38FA9BE4FFEC}">
      <dsp:nvSpPr>
        <dsp:cNvPr id="0" name=""/>
        <dsp:cNvSpPr/>
      </dsp:nvSpPr>
      <dsp:spPr>
        <a:xfrm rot="5400000">
          <a:off x="3869142" y="-3384153"/>
          <a:ext cx="449006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sp:txBody>
      <dsp:txXfrm rot="-5400000">
        <a:off x="483292" y="23616"/>
        <a:ext cx="7198789" cy="405168"/>
      </dsp:txXfrm>
    </dsp:sp>
    <dsp:sp modelId="{30A8265A-7AC2-497F-AA24-B5498260BE41}">
      <dsp:nvSpPr>
        <dsp:cNvPr id="0" name=""/>
        <dsp:cNvSpPr/>
      </dsp:nvSpPr>
      <dsp:spPr>
        <a:xfrm rot="5400000">
          <a:off x="-103562" y="67050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2.</a:t>
          </a:r>
        </a:p>
      </dsp:txBody>
      <dsp:txXfrm rot="-5400000">
        <a:off x="1" y="808593"/>
        <a:ext cx="483291" cy="207124"/>
      </dsp:txXfrm>
    </dsp:sp>
    <dsp:sp modelId="{93A01732-9EE4-4820-8E77-24A14ED5F5B7}">
      <dsp:nvSpPr>
        <dsp:cNvPr id="0" name=""/>
        <dsp:cNvSpPr/>
      </dsp:nvSpPr>
      <dsp:spPr>
        <a:xfrm rot="5400000">
          <a:off x="3869260" y="-28190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tx1"/>
              </a:solidFill>
            </a:rPr>
            <a:t>Methodology</a:t>
          </a:r>
        </a:p>
      </dsp:txBody>
      <dsp:txXfrm rot="-5400000">
        <a:off x="483292" y="588853"/>
        <a:ext cx="7198801" cy="404956"/>
      </dsp:txXfrm>
    </dsp:sp>
    <dsp:sp modelId="{7FF9CBA6-FFC4-4E71-B130-545E68E5BC93}">
      <dsp:nvSpPr>
        <dsp:cNvPr id="0" name=""/>
        <dsp:cNvSpPr/>
      </dsp:nvSpPr>
      <dsp:spPr>
        <a:xfrm rot="5400000">
          <a:off x="-103562" y="123575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3.</a:t>
          </a:r>
        </a:p>
      </dsp:txBody>
      <dsp:txXfrm rot="-5400000">
        <a:off x="1" y="1373843"/>
        <a:ext cx="483291" cy="207124"/>
      </dsp:txXfrm>
    </dsp:sp>
    <dsp:sp modelId="{D8314F7C-9F02-4432-B518-A8C5234062E0}">
      <dsp:nvSpPr>
        <dsp:cNvPr id="0" name=""/>
        <dsp:cNvSpPr/>
      </dsp:nvSpPr>
      <dsp:spPr>
        <a:xfrm rot="5400000">
          <a:off x="3869260" y="-22537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sp:txBody>
      <dsp:txXfrm rot="-5400000">
        <a:off x="483292" y="1154103"/>
        <a:ext cx="7198801" cy="404956"/>
      </dsp:txXfrm>
    </dsp:sp>
    <dsp:sp modelId="{D9ACF4AB-36C9-49C6-8250-9F2354C8F6F7}">
      <dsp:nvSpPr>
        <dsp:cNvPr id="0" name=""/>
        <dsp:cNvSpPr/>
      </dsp:nvSpPr>
      <dsp:spPr>
        <a:xfrm rot="5400000">
          <a:off x="-103562" y="180100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4.</a:t>
          </a:r>
        </a:p>
      </dsp:txBody>
      <dsp:txXfrm rot="-5400000">
        <a:off x="1" y="1939093"/>
        <a:ext cx="483291" cy="207124"/>
      </dsp:txXfrm>
    </dsp:sp>
    <dsp:sp modelId="{EF7CE2C6-850F-4035-B645-09967AEA6FFD}">
      <dsp:nvSpPr>
        <dsp:cNvPr id="0" name=""/>
        <dsp:cNvSpPr/>
      </dsp:nvSpPr>
      <dsp:spPr>
        <a:xfrm rot="5400000">
          <a:off x="3869260" y="-16885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sp:txBody>
      <dsp:txXfrm rot="-5400000">
        <a:off x="483292" y="1719353"/>
        <a:ext cx="7198801" cy="404956"/>
      </dsp:txXfrm>
    </dsp:sp>
    <dsp:sp modelId="{4FC72D5C-AB85-4D11-8E4F-D7B8BC3F1F9F}">
      <dsp:nvSpPr>
        <dsp:cNvPr id="0" name=""/>
        <dsp:cNvSpPr/>
      </dsp:nvSpPr>
      <dsp:spPr>
        <a:xfrm rot="5400000">
          <a:off x="-103562" y="236625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5.</a:t>
          </a:r>
        </a:p>
      </dsp:txBody>
      <dsp:txXfrm rot="-5400000">
        <a:off x="1" y="2504343"/>
        <a:ext cx="483291" cy="207124"/>
      </dsp:txXfrm>
    </dsp:sp>
    <dsp:sp modelId="{DDC3D6F1-16C2-49AF-B3B5-6C747058629B}">
      <dsp:nvSpPr>
        <dsp:cNvPr id="0" name=""/>
        <dsp:cNvSpPr/>
      </dsp:nvSpPr>
      <dsp:spPr>
        <a:xfrm rot="5400000">
          <a:off x="3869260" y="-11232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sp:txBody>
      <dsp:txXfrm rot="-5400000">
        <a:off x="483292" y="2284603"/>
        <a:ext cx="7198801" cy="404956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059779-F9DC-469D-937B-DEAA6A0F888F}">
      <dsp:nvSpPr>
        <dsp:cNvPr id="0" name=""/>
        <dsp:cNvSpPr/>
      </dsp:nvSpPr>
      <dsp:spPr>
        <a:xfrm rot="5400000">
          <a:off x="-103562" y="1052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1.</a:t>
          </a:r>
        </a:p>
      </dsp:txBody>
      <dsp:txXfrm rot="-5400000">
        <a:off x="1" y="243343"/>
        <a:ext cx="483291" cy="207124"/>
      </dsp:txXfrm>
    </dsp:sp>
    <dsp:sp modelId="{4742C10C-969E-4130-88E0-38FA9BE4FFEC}">
      <dsp:nvSpPr>
        <dsp:cNvPr id="0" name=""/>
        <dsp:cNvSpPr/>
      </dsp:nvSpPr>
      <dsp:spPr>
        <a:xfrm rot="5400000">
          <a:off x="3869142" y="-3384153"/>
          <a:ext cx="449006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sp:txBody>
      <dsp:txXfrm rot="-5400000">
        <a:off x="483292" y="23616"/>
        <a:ext cx="7198789" cy="405168"/>
      </dsp:txXfrm>
    </dsp:sp>
    <dsp:sp modelId="{30A8265A-7AC2-497F-AA24-B5498260BE41}">
      <dsp:nvSpPr>
        <dsp:cNvPr id="0" name=""/>
        <dsp:cNvSpPr/>
      </dsp:nvSpPr>
      <dsp:spPr>
        <a:xfrm rot="5400000">
          <a:off x="-103562" y="67050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2.</a:t>
          </a:r>
        </a:p>
      </dsp:txBody>
      <dsp:txXfrm rot="-5400000">
        <a:off x="1" y="808593"/>
        <a:ext cx="483291" cy="207124"/>
      </dsp:txXfrm>
    </dsp:sp>
    <dsp:sp modelId="{93A01732-9EE4-4820-8E77-24A14ED5F5B7}">
      <dsp:nvSpPr>
        <dsp:cNvPr id="0" name=""/>
        <dsp:cNvSpPr/>
      </dsp:nvSpPr>
      <dsp:spPr>
        <a:xfrm rot="5400000">
          <a:off x="3869260" y="-28190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sp:txBody>
      <dsp:txXfrm rot="-5400000">
        <a:off x="483292" y="588853"/>
        <a:ext cx="7198801" cy="404956"/>
      </dsp:txXfrm>
    </dsp:sp>
    <dsp:sp modelId="{7FF9CBA6-FFC4-4E71-B130-545E68E5BC93}">
      <dsp:nvSpPr>
        <dsp:cNvPr id="0" name=""/>
        <dsp:cNvSpPr/>
      </dsp:nvSpPr>
      <dsp:spPr>
        <a:xfrm rot="5400000">
          <a:off x="-103562" y="12357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3.</a:t>
          </a:r>
        </a:p>
      </dsp:txBody>
      <dsp:txXfrm rot="-5400000">
        <a:off x="1" y="1373843"/>
        <a:ext cx="483291" cy="207124"/>
      </dsp:txXfrm>
    </dsp:sp>
    <dsp:sp modelId="{D8314F7C-9F02-4432-B518-A8C5234062E0}">
      <dsp:nvSpPr>
        <dsp:cNvPr id="0" name=""/>
        <dsp:cNvSpPr/>
      </dsp:nvSpPr>
      <dsp:spPr>
        <a:xfrm rot="5400000">
          <a:off x="3869260" y="-22537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tx1"/>
              </a:solidFill>
            </a:rPr>
            <a:t>Results</a:t>
          </a:r>
        </a:p>
      </dsp:txBody>
      <dsp:txXfrm rot="-5400000">
        <a:off x="483292" y="1154103"/>
        <a:ext cx="7198801" cy="404956"/>
      </dsp:txXfrm>
    </dsp:sp>
    <dsp:sp modelId="{D9ACF4AB-36C9-49C6-8250-9F2354C8F6F7}">
      <dsp:nvSpPr>
        <dsp:cNvPr id="0" name=""/>
        <dsp:cNvSpPr/>
      </dsp:nvSpPr>
      <dsp:spPr>
        <a:xfrm rot="5400000">
          <a:off x="-103562" y="180100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4.</a:t>
          </a:r>
        </a:p>
      </dsp:txBody>
      <dsp:txXfrm rot="-5400000">
        <a:off x="1" y="1939093"/>
        <a:ext cx="483291" cy="207124"/>
      </dsp:txXfrm>
    </dsp:sp>
    <dsp:sp modelId="{EF7CE2C6-850F-4035-B645-09967AEA6FFD}">
      <dsp:nvSpPr>
        <dsp:cNvPr id="0" name=""/>
        <dsp:cNvSpPr/>
      </dsp:nvSpPr>
      <dsp:spPr>
        <a:xfrm rot="5400000">
          <a:off x="3869260" y="-16885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sp:txBody>
      <dsp:txXfrm rot="-5400000">
        <a:off x="483292" y="1719353"/>
        <a:ext cx="7198801" cy="404956"/>
      </dsp:txXfrm>
    </dsp:sp>
    <dsp:sp modelId="{4FC72D5C-AB85-4D11-8E4F-D7B8BC3F1F9F}">
      <dsp:nvSpPr>
        <dsp:cNvPr id="0" name=""/>
        <dsp:cNvSpPr/>
      </dsp:nvSpPr>
      <dsp:spPr>
        <a:xfrm rot="5400000">
          <a:off x="-103562" y="236625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5.</a:t>
          </a:r>
        </a:p>
      </dsp:txBody>
      <dsp:txXfrm rot="-5400000">
        <a:off x="1" y="2504343"/>
        <a:ext cx="483291" cy="207124"/>
      </dsp:txXfrm>
    </dsp:sp>
    <dsp:sp modelId="{DDC3D6F1-16C2-49AF-B3B5-6C747058629B}">
      <dsp:nvSpPr>
        <dsp:cNvPr id="0" name=""/>
        <dsp:cNvSpPr/>
      </dsp:nvSpPr>
      <dsp:spPr>
        <a:xfrm rot="5400000">
          <a:off x="3869260" y="-11232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sp:txBody>
      <dsp:txXfrm rot="-5400000">
        <a:off x="483292" y="2284603"/>
        <a:ext cx="7198801" cy="404956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059779-F9DC-469D-937B-DEAA6A0F888F}">
      <dsp:nvSpPr>
        <dsp:cNvPr id="0" name=""/>
        <dsp:cNvSpPr/>
      </dsp:nvSpPr>
      <dsp:spPr>
        <a:xfrm rot="5400000">
          <a:off x="-103562" y="1052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1.</a:t>
          </a:r>
        </a:p>
      </dsp:txBody>
      <dsp:txXfrm rot="-5400000">
        <a:off x="1" y="243343"/>
        <a:ext cx="483291" cy="207124"/>
      </dsp:txXfrm>
    </dsp:sp>
    <dsp:sp modelId="{4742C10C-969E-4130-88E0-38FA9BE4FFEC}">
      <dsp:nvSpPr>
        <dsp:cNvPr id="0" name=""/>
        <dsp:cNvSpPr/>
      </dsp:nvSpPr>
      <dsp:spPr>
        <a:xfrm rot="5400000">
          <a:off x="3869142" y="-3384153"/>
          <a:ext cx="449006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sp:txBody>
      <dsp:txXfrm rot="-5400000">
        <a:off x="483292" y="23616"/>
        <a:ext cx="7198789" cy="405168"/>
      </dsp:txXfrm>
    </dsp:sp>
    <dsp:sp modelId="{30A8265A-7AC2-497F-AA24-B5498260BE41}">
      <dsp:nvSpPr>
        <dsp:cNvPr id="0" name=""/>
        <dsp:cNvSpPr/>
      </dsp:nvSpPr>
      <dsp:spPr>
        <a:xfrm rot="5400000">
          <a:off x="-103562" y="67050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2.</a:t>
          </a:r>
        </a:p>
      </dsp:txBody>
      <dsp:txXfrm rot="-5400000">
        <a:off x="1" y="808593"/>
        <a:ext cx="483291" cy="207124"/>
      </dsp:txXfrm>
    </dsp:sp>
    <dsp:sp modelId="{93A01732-9EE4-4820-8E77-24A14ED5F5B7}">
      <dsp:nvSpPr>
        <dsp:cNvPr id="0" name=""/>
        <dsp:cNvSpPr/>
      </dsp:nvSpPr>
      <dsp:spPr>
        <a:xfrm rot="5400000">
          <a:off x="3869260" y="-28190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sp:txBody>
      <dsp:txXfrm rot="-5400000">
        <a:off x="483292" y="588853"/>
        <a:ext cx="7198801" cy="404956"/>
      </dsp:txXfrm>
    </dsp:sp>
    <dsp:sp modelId="{7FF9CBA6-FFC4-4E71-B130-545E68E5BC93}">
      <dsp:nvSpPr>
        <dsp:cNvPr id="0" name=""/>
        <dsp:cNvSpPr/>
      </dsp:nvSpPr>
      <dsp:spPr>
        <a:xfrm rot="5400000">
          <a:off x="-103562" y="12357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3.</a:t>
          </a:r>
        </a:p>
      </dsp:txBody>
      <dsp:txXfrm rot="-5400000">
        <a:off x="1" y="1373843"/>
        <a:ext cx="483291" cy="207124"/>
      </dsp:txXfrm>
    </dsp:sp>
    <dsp:sp modelId="{D8314F7C-9F02-4432-B518-A8C5234062E0}">
      <dsp:nvSpPr>
        <dsp:cNvPr id="0" name=""/>
        <dsp:cNvSpPr/>
      </dsp:nvSpPr>
      <dsp:spPr>
        <a:xfrm rot="5400000">
          <a:off x="3869260" y="-22537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sp:txBody>
      <dsp:txXfrm rot="-5400000">
        <a:off x="483292" y="1154103"/>
        <a:ext cx="7198801" cy="404956"/>
      </dsp:txXfrm>
    </dsp:sp>
    <dsp:sp modelId="{D9ACF4AB-36C9-49C6-8250-9F2354C8F6F7}">
      <dsp:nvSpPr>
        <dsp:cNvPr id="0" name=""/>
        <dsp:cNvSpPr/>
      </dsp:nvSpPr>
      <dsp:spPr>
        <a:xfrm rot="5400000">
          <a:off x="-103562" y="180100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4.</a:t>
          </a:r>
        </a:p>
      </dsp:txBody>
      <dsp:txXfrm rot="-5400000">
        <a:off x="1" y="1939093"/>
        <a:ext cx="483291" cy="207124"/>
      </dsp:txXfrm>
    </dsp:sp>
    <dsp:sp modelId="{EF7CE2C6-850F-4035-B645-09967AEA6FFD}">
      <dsp:nvSpPr>
        <dsp:cNvPr id="0" name=""/>
        <dsp:cNvSpPr/>
      </dsp:nvSpPr>
      <dsp:spPr>
        <a:xfrm rot="5400000">
          <a:off x="3869260" y="-16885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tx1"/>
              </a:solidFill>
            </a:rPr>
            <a:t>Evaluation</a:t>
          </a:r>
        </a:p>
      </dsp:txBody>
      <dsp:txXfrm rot="-5400000">
        <a:off x="483292" y="1719353"/>
        <a:ext cx="7198801" cy="404956"/>
      </dsp:txXfrm>
    </dsp:sp>
    <dsp:sp modelId="{4FC72D5C-AB85-4D11-8E4F-D7B8BC3F1F9F}">
      <dsp:nvSpPr>
        <dsp:cNvPr id="0" name=""/>
        <dsp:cNvSpPr/>
      </dsp:nvSpPr>
      <dsp:spPr>
        <a:xfrm rot="5400000">
          <a:off x="-103562" y="236625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5.</a:t>
          </a:r>
        </a:p>
      </dsp:txBody>
      <dsp:txXfrm rot="-5400000">
        <a:off x="1" y="2504343"/>
        <a:ext cx="483291" cy="207124"/>
      </dsp:txXfrm>
    </dsp:sp>
    <dsp:sp modelId="{DDC3D6F1-16C2-49AF-B3B5-6C747058629B}">
      <dsp:nvSpPr>
        <dsp:cNvPr id="0" name=""/>
        <dsp:cNvSpPr/>
      </dsp:nvSpPr>
      <dsp:spPr>
        <a:xfrm rot="5400000">
          <a:off x="3869260" y="-11232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sp:txBody>
      <dsp:txXfrm rot="-5400000">
        <a:off x="483292" y="2284603"/>
        <a:ext cx="7198801" cy="404956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059779-F9DC-469D-937B-DEAA6A0F888F}">
      <dsp:nvSpPr>
        <dsp:cNvPr id="0" name=""/>
        <dsp:cNvSpPr/>
      </dsp:nvSpPr>
      <dsp:spPr>
        <a:xfrm rot="5400000">
          <a:off x="-103562" y="1052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1.</a:t>
          </a:r>
        </a:p>
      </dsp:txBody>
      <dsp:txXfrm rot="-5400000">
        <a:off x="1" y="243343"/>
        <a:ext cx="483291" cy="207124"/>
      </dsp:txXfrm>
    </dsp:sp>
    <dsp:sp modelId="{4742C10C-969E-4130-88E0-38FA9BE4FFEC}">
      <dsp:nvSpPr>
        <dsp:cNvPr id="0" name=""/>
        <dsp:cNvSpPr/>
      </dsp:nvSpPr>
      <dsp:spPr>
        <a:xfrm rot="5400000">
          <a:off x="3869142" y="-3384153"/>
          <a:ext cx="449006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sp:txBody>
      <dsp:txXfrm rot="-5400000">
        <a:off x="483292" y="23616"/>
        <a:ext cx="7198789" cy="405168"/>
      </dsp:txXfrm>
    </dsp:sp>
    <dsp:sp modelId="{30A8265A-7AC2-497F-AA24-B5498260BE41}">
      <dsp:nvSpPr>
        <dsp:cNvPr id="0" name=""/>
        <dsp:cNvSpPr/>
      </dsp:nvSpPr>
      <dsp:spPr>
        <a:xfrm rot="5400000">
          <a:off x="-103562" y="67050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2.</a:t>
          </a:r>
        </a:p>
      </dsp:txBody>
      <dsp:txXfrm rot="-5400000">
        <a:off x="1" y="808593"/>
        <a:ext cx="483291" cy="207124"/>
      </dsp:txXfrm>
    </dsp:sp>
    <dsp:sp modelId="{93A01732-9EE4-4820-8E77-24A14ED5F5B7}">
      <dsp:nvSpPr>
        <dsp:cNvPr id="0" name=""/>
        <dsp:cNvSpPr/>
      </dsp:nvSpPr>
      <dsp:spPr>
        <a:xfrm rot="5400000">
          <a:off x="3869260" y="-28190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sp:txBody>
      <dsp:txXfrm rot="-5400000">
        <a:off x="483292" y="588853"/>
        <a:ext cx="7198801" cy="404956"/>
      </dsp:txXfrm>
    </dsp:sp>
    <dsp:sp modelId="{7FF9CBA6-FFC4-4E71-B130-545E68E5BC93}">
      <dsp:nvSpPr>
        <dsp:cNvPr id="0" name=""/>
        <dsp:cNvSpPr/>
      </dsp:nvSpPr>
      <dsp:spPr>
        <a:xfrm rot="5400000">
          <a:off x="-103562" y="12357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3.</a:t>
          </a:r>
        </a:p>
      </dsp:txBody>
      <dsp:txXfrm rot="-5400000">
        <a:off x="1" y="1373843"/>
        <a:ext cx="483291" cy="207124"/>
      </dsp:txXfrm>
    </dsp:sp>
    <dsp:sp modelId="{D8314F7C-9F02-4432-B518-A8C5234062E0}">
      <dsp:nvSpPr>
        <dsp:cNvPr id="0" name=""/>
        <dsp:cNvSpPr/>
      </dsp:nvSpPr>
      <dsp:spPr>
        <a:xfrm rot="5400000">
          <a:off x="3869260" y="-22537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sp:txBody>
      <dsp:txXfrm rot="-5400000">
        <a:off x="483292" y="1154103"/>
        <a:ext cx="7198801" cy="404956"/>
      </dsp:txXfrm>
    </dsp:sp>
    <dsp:sp modelId="{D9ACF4AB-36C9-49C6-8250-9F2354C8F6F7}">
      <dsp:nvSpPr>
        <dsp:cNvPr id="0" name=""/>
        <dsp:cNvSpPr/>
      </dsp:nvSpPr>
      <dsp:spPr>
        <a:xfrm rot="5400000">
          <a:off x="-103562" y="180100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4.</a:t>
          </a:r>
        </a:p>
      </dsp:txBody>
      <dsp:txXfrm rot="-5400000">
        <a:off x="1" y="1939093"/>
        <a:ext cx="483291" cy="207124"/>
      </dsp:txXfrm>
    </dsp:sp>
    <dsp:sp modelId="{EF7CE2C6-850F-4035-B645-09967AEA6FFD}">
      <dsp:nvSpPr>
        <dsp:cNvPr id="0" name=""/>
        <dsp:cNvSpPr/>
      </dsp:nvSpPr>
      <dsp:spPr>
        <a:xfrm rot="5400000">
          <a:off x="3869260" y="-16885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sp:txBody>
      <dsp:txXfrm rot="-5400000">
        <a:off x="483292" y="1719353"/>
        <a:ext cx="7198801" cy="404956"/>
      </dsp:txXfrm>
    </dsp:sp>
    <dsp:sp modelId="{4FC72D5C-AB85-4D11-8E4F-D7B8BC3F1F9F}">
      <dsp:nvSpPr>
        <dsp:cNvPr id="0" name=""/>
        <dsp:cNvSpPr/>
      </dsp:nvSpPr>
      <dsp:spPr>
        <a:xfrm rot="5400000">
          <a:off x="-103562" y="23662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5.</a:t>
          </a:r>
        </a:p>
      </dsp:txBody>
      <dsp:txXfrm rot="-5400000">
        <a:off x="1" y="2504343"/>
        <a:ext cx="483291" cy="207124"/>
      </dsp:txXfrm>
    </dsp:sp>
    <dsp:sp modelId="{DDC3D6F1-16C2-49AF-B3B5-6C747058629B}">
      <dsp:nvSpPr>
        <dsp:cNvPr id="0" name=""/>
        <dsp:cNvSpPr/>
      </dsp:nvSpPr>
      <dsp:spPr>
        <a:xfrm rot="5400000">
          <a:off x="3869260" y="-11232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tx1"/>
              </a:solidFill>
            </a:rPr>
            <a:t>Conclusion</a:t>
          </a:r>
        </a:p>
      </dsp:txBody>
      <dsp:txXfrm rot="-5400000">
        <a:off x="483292" y="2284603"/>
        <a:ext cx="7198801" cy="40495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B295D25-9ADF-2E9C-4926-D1173456D81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927B0F5-6487-28BF-E70B-ED6FD570B13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1138" y="0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998336-2137-4E4E-8CF3-71B1817B2011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F71155A-BCFB-BADF-9261-82A603BCB18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9E8B13-DE7E-E583-33AC-E75FB1D6185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1138" y="9721850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BA2D44-6A67-4395-B7CD-0368181C3B3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620328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076194" cy="5133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600" tIns="21300" rIns="42600" bIns="213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4021407" y="0"/>
            <a:ext cx="3076193" cy="5133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600" tIns="21300" rIns="42600" bIns="213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780" cy="40297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600" tIns="21300" rIns="42600" bIns="213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9721219"/>
            <a:ext cx="3076194" cy="5133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600" tIns="21300" rIns="42600" bIns="213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4021407" y="9721219"/>
            <a:ext cx="3076193" cy="5133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600" tIns="21300" rIns="42600" bIns="213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‹Nr.›</a:t>
            </a:fld>
            <a:endParaRPr sz="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hf hdr="0" ftr="0" dt="0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1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780" cy="4029739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3" name="Google Shape;183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>
          <a:extLst>
            <a:ext uri="{FF2B5EF4-FFF2-40B4-BE49-F238E27FC236}">
              <a16:creationId xmlns:a16="http://schemas.microsoft.com/office/drawing/2014/main" id="{1CCE0823-3529-0425-8186-6B6796023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6c2988baa0_0_26:notes">
            <a:extLst>
              <a:ext uri="{FF2B5EF4-FFF2-40B4-BE49-F238E27FC236}">
                <a16:creationId xmlns:a16="http://schemas.microsoft.com/office/drawing/2014/main" id="{0815499C-30CA-8EC2-AE09-8BA515FF5B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g36c2988baa0_0_26:notes">
            <a:extLst>
              <a:ext uri="{FF2B5EF4-FFF2-40B4-BE49-F238E27FC236}">
                <a16:creationId xmlns:a16="http://schemas.microsoft.com/office/drawing/2014/main" id="{5E53E3AF-0F22-E53D-8A16-EF1D17215B7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346575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noProof="0" dirty="0">
                <a:highlight>
                  <a:srgbClr val="FFFF00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Automated production processes are industry standards</a:t>
            </a:r>
            <a:endParaRPr lang="en-US" sz="2000" noProof="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Energy efficiency and machine longevity a</a:t>
            </a:r>
            <a:r>
              <a:rPr lang="en-US" sz="2000" noProof="0" dirty="0">
                <a:highlight>
                  <a:srgbClr val="FFFF00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ffect on environmental and economic performance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A milling machine is a tool that uses rotating cutting bits to remove material from a workpiece, shaping it into precise dimensions and features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A CNC machine automates this process by following programmed instructions, allowing for highly accurate and repeatable machining of complex parts</a:t>
            </a:r>
            <a:endParaRPr lang="en-US" sz="2000" noProof="0" dirty="0">
              <a:highlight>
                <a:srgbClr val="FFFF00"/>
              </a:highligh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19" name="Google Shape;219;g36b3a12114e_2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DB95033C-C231-A7EF-ED7A-7ACB67E525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39CA3011-D329-401D-04AA-A0C68839B7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noProof="0" dirty="0">
                <a:highlight>
                  <a:srgbClr val="FFFF00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Important to distinguish between normal power increases (e.g. caused by the tool engaging with material) and abnormal peak anomalies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2000" noProof="0" dirty="0">
              <a:highlight>
                <a:srgbClr val="FFFF00"/>
              </a:highligh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071E4B01-E3D6-1200-8A46-2DF72B107E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688715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36b3cdc49be_0_0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 Case: Milling Machine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sz="200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The information can then be used to find errors in the G-Code</a:t>
            </a:r>
            <a:endParaRPr lang="en-US" sz="2000" noProof="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0" name="Google Shape;200;g36b3cdc49be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>
          <a:extLst>
            <a:ext uri="{FF2B5EF4-FFF2-40B4-BE49-F238E27FC236}">
              <a16:creationId xmlns:a16="http://schemas.microsoft.com/office/drawing/2014/main" id="{921260CD-0893-2A37-FD8F-3343EEB42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36b3cdc49be_0_0:notes">
            <a:extLst>
              <a:ext uri="{FF2B5EF4-FFF2-40B4-BE49-F238E27FC236}">
                <a16:creationId xmlns:a16="http://schemas.microsoft.com/office/drawing/2014/main" id="{38DC44A6-D347-67FE-EF05-01E9184AC1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noProof="0" dirty="0"/>
              <a:t>Peaks can have different shapes and widths</a:t>
            </a:r>
          </a:p>
        </p:txBody>
      </p:sp>
      <p:sp>
        <p:nvSpPr>
          <p:cNvPr id="200" name="Google Shape;200;g36b3cdc49be_0_0:notes">
            <a:extLst>
              <a:ext uri="{FF2B5EF4-FFF2-40B4-BE49-F238E27FC236}">
                <a16:creationId xmlns:a16="http://schemas.microsoft.com/office/drawing/2014/main" id="{07974886-7FB9-38A2-8167-EAFD749292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144151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>
          <a:extLst>
            <a:ext uri="{FF2B5EF4-FFF2-40B4-BE49-F238E27FC236}">
              <a16:creationId xmlns:a16="http://schemas.microsoft.com/office/drawing/2014/main" id="{F1702D32-28C3-D4A9-C01F-927F7FEAE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6c2988baa0_0_26:notes">
            <a:extLst>
              <a:ext uri="{FF2B5EF4-FFF2-40B4-BE49-F238E27FC236}">
                <a16:creationId xmlns:a16="http://schemas.microsoft.com/office/drawing/2014/main" id="{4638A19A-73D1-85C7-FF08-858AD3108E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g36c2988baa0_0_26:notes">
            <a:extLst>
              <a:ext uri="{FF2B5EF4-FFF2-40B4-BE49-F238E27FC236}">
                <a16:creationId xmlns:a16="http://schemas.microsoft.com/office/drawing/2014/main" id="{F8341836-5C5E-CAEA-6031-7B6A5BCB5B5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5422961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A638E20F-92C0-7888-E933-2AF0EB8B5E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82FDCC03-EDEB-9B49-08FC-B47BE159B5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Linear methods assume a linear relationship or operate via linear operations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Nonlinear methods model complex, nonlinear relationships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Univariate methods analyze one time series at a time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Multivariate methods can consider multiple dimensions/features simultaneously</a:t>
            </a:r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A39EB753-003C-7C75-8A5A-9BF6AA5D693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4897298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E891AAAF-22AF-1E34-4A9E-7DE0A694AF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87D71C95-6630-15B0-D0AA-7096C64977A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9698899E-A2C4-9388-4DE1-899795032C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9996770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092659B7-C130-76E8-614F-0B7CF4EE4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FA3F511A-7939-7040-FB3E-AD6A7F9C18C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Parameters: value-threshold, prominence-threshold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Prominence measures how much a peak stands out from surrounding valleys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A peak's prominence is the vertical distance between the peak and the lowest contour line that surrounds it and contains no higher peak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Higher prominence = more significant or isolated peak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Local maximum check: implicitly a window-size of 3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B82454A8-E840-B9AA-F784-3E53E9D757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0182052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6F385850-760F-6E6E-36ED-660491A9B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F2032E3E-C6CA-CD15-450C-42ECAB39A81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Parameters: window size, threshold for peak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Input feature: torque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B155BDC0-C312-CD78-4A67-CC3225D5860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8076711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C4C9A647-E008-E9E2-66ED-D1CE8BB092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99BC8089-C290-8053-6DE4-A6F2C1ACC8E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Parameters: width/scale of the wavelet, (response-percentile)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 err="1"/>
              <a:t>Scipy</a:t>
            </a:r>
            <a:r>
              <a:rPr lang="en-US" noProof="0" dirty="0"/>
              <a:t> considers every response in the lower 10th-percentile as noise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Convolution: shift -&gt; normalize (local) -&gt; dot-product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Matrix: coefficients across different scales (frequencies) and positions (time)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Peaks appear as strong, aligned coefficients across multiple scales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 err="1"/>
              <a:t>Scipy</a:t>
            </a:r>
            <a:r>
              <a:rPr lang="en-US" noProof="0" dirty="0"/>
              <a:t> uses a signal-to-noise ratio logic implicitly to judge peak strength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DBAC4C9A-9135-2F07-2324-49F56DCFCAF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430352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5F079F4C-01C5-9AE6-BB58-1E2B7A8FE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34EB0316-8F74-53E0-B749-0A39A60C842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Parameters: number of clusters “k”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Autoencoder tries to reproduce the input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543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Repeat until changes in cluster assignments are minimal</a:t>
            </a: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Partitioning the data into k groups based on minimizing the distance between points and their assigned cluster centroids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7EC08C96-95DF-854F-591D-C08EBDC914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8904085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A2ABAB7F-E89B-B992-CE5F-842C05170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13EBD794-EF9A-2112-70B6-34AA21E49E6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Parameters: epsilon controls the radius of neighborhood (distance threshold)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6A517FDC-9B53-C2FB-5482-9EAFEA1714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0500264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6DFEF689-345F-F002-279F-92C52AC128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7D5425DC-29FC-B11D-33F6-4C42CA6A88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Key parameter: contamination, number of trees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904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Uses Extremely Randomized Tree Regressors to separate anomalies from the rest of the data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904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Calculates an anomaly score for each data point and checks with a threshold. score depends on avg path length of an isolated point and average depth of all data points. closer to 1, strong anomaly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sz="20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Does not assume the distribution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However, not built for timeseries data</a:t>
            </a: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9CDA16F4-D121-0024-99D2-CB079F3EB07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9244306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712725CE-A25A-9ABA-8C31-6F50A113A9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A409CA94-9087-8E8D-2B7E-D6E06933E29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An autoencoder is a neural network model that seeks to learn a compressed representation of an input, known as the latent space.  And the decoder tries to recreate the features based on the compressed representation. </a:t>
            </a:r>
            <a:r>
              <a:rPr lang="en-US" sz="1904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The goal is to minimize the difference between the original and reconstructed data.</a:t>
            </a:r>
            <a:endParaRPr lang="en-US" b="0" dirty="0">
              <a:effectLst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904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Long Short-Term Memory, or LSTM, network are specifically designed to support sequences of input data.</a:t>
            </a:r>
            <a:endParaRPr lang="en-US" sz="1904" b="0" i="0" u="none" strike="noStrike" cap="none" noProof="0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904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If the reconstructed output is different from the original input, it can show an anomaly or outlier which makes autoencoders useful for fraud detection and system monitoring.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LSTM training is </a:t>
            </a:r>
            <a:r>
              <a:rPr lang="en-US" b="1" dirty="0"/>
              <a:t>slower than CNNs</a:t>
            </a:r>
            <a:endParaRPr lang="en-US" sz="1904" b="0" i="0" u="none" strike="noStrike" cap="none" noProof="0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  <a:p>
            <a:r>
              <a:rPr lang="en-US" sz="1904" b="0" i="0" u="none" strike="noStrike" cap="none" noProof="0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Hyperparameters: </a:t>
            </a:r>
            <a:r>
              <a:rPr lang="en-US" dirty="0"/>
              <a:t>Number of layers/units, Sequence length, Learning rate, Dropout Batch size</a:t>
            </a:r>
          </a:p>
          <a:p>
            <a:r>
              <a:rPr lang="en-US" noProof="0" dirty="0"/>
              <a:t>Other parameters: reconstruction error threshold </a:t>
            </a:r>
            <a:r>
              <a:rPr lang="en-US" noProof="0" dirty="0">
                <a:sym typeface="Wingdings" panose="05000000000000000000" pitchFamily="2" charset="2"/>
              </a:rPr>
              <a:t> IQR/percentile etc. </a:t>
            </a:r>
          </a:p>
          <a:p>
            <a:endParaRPr lang="en-US" noProof="0" dirty="0">
              <a:sym typeface="Wingdings" panose="05000000000000000000" pitchFamily="2" charset="2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8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Detects anomalies for multivariate timeseries data by learning non-linear patterns 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8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LSTMs – designed for sequences</a:t>
            </a: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7E288452-2147-17EF-0156-5D8BB735195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4487894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93B65D02-50BD-689A-6AFC-90FB69E32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F261A266-C729-6E47-5378-87BB3DC0FFF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ground</a:t>
            </a:r>
            <a:r>
              <a:rPr lang="de-DE" dirty="0"/>
              <a:t> </a:t>
            </a:r>
            <a:r>
              <a:rPr lang="de-DE" dirty="0" err="1"/>
              <a:t>truth</a:t>
            </a:r>
            <a:r>
              <a:rPr lang="de-DE" dirty="0"/>
              <a:t> </a:t>
            </a:r>
            <a:r>
              <a:rPr lang="de-DE" dirty="0" err="1"/>
              <a:t>available</a:t>
            </a:r>
            <a:endParaRPr lang="de-DE" dirty="0"/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de-DE" dirty="0"/>
              <a:t>Multi-</a:t>
            </a:r>
            <a:r>
              <a:rPr lang="de-DE" dirty="0" err="1"/>
              <a:t>Objective</a:t>
            </a:r>
            <a:r>
              <a:rPr lang="de-DE" dirty="0"/>
              <a:t> </a:t>
            </a:r>
            <a:r>
              <a:rPr lang="de-DE" dirty="0" err="1"/>
              <a:t>Optimization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Pareto-Front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highlight>
                  <a:srgbClr val="FFFF00"/>
                </a:highlight>
                <a:latin typeface="Calibri"/>
                <a:ea typeface="Calibri"/>
                <a:cs typeface="Calibri"/>
                <a:sym typeface="Calibri"/>
              </a:rPr>
              <a:t>Reason for use: majority of people use this in papers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de-DE" dirty="0"/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Count of sequences without peaks -&gt; indicating missed detections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Total number of peaks -&gt; indicating sensitivity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Average peak height -&gt; indicating proportion of true-positives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Average peak prominence -&gt; indicating significance of the peaks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de-DE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4CAC0FCE-B157-3A7F-52EE-2D420F74B2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5983456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>
          <a:extLst>
            <a:ext uri="{FF2B5EF4-FFF2-40B4-BE49-F238E27FC236}">
              <a16:creationId xmlns:a16="http://schemas.microsoft.com/office/drawing/2014/main" id="{CAB0FA92-5DF6-8A7D-EA3B-DAB754647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6c2988baa0_0_26:notes">
            <a:extLst>
              <a:ext uri="{FF2B5EF4-FFF2-40B4-BE49-F238E27FC236}">
                <a16:creationId xmlns:a16="http://schemas.microsoft.com/office/drawing/2014/main" id="{19680BA8-CE62-6987-486B-00B9D308086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g36c2988baa0_0_26:notes">
            <a:extLst>
              <a:ext uri="{FF2B5EF4-FFF2-40B4-BE49-F238E27FC236}">
                <a16:creationId xmlns:a16="http://schemas.microsoft.com/office/drawing/2014/main" id="{CB605E8F-2258-633D-9460-1C91142C610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0588646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4ED99CB0-9BAA-85D0-939B-FE75FFC27D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F3DAC6FE-9069-9D19-D6DA-BB73EC5AD3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Optimal compromise between all metrics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Best tradeoff between amplitude and prominence with a more realistic peak count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de-DE" dirty="0"/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common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manually</a:t>
            </a:r>
            <a:r>
              <a:rPr lang="de-DE" dirty="0"/>
              <a:t> </a:t>
            </a:r>
            <a:r>
              <a:rPr lang="de-DE" dirty="0" err="1"/>
              <a:t>checking</a:t>
            </a:r>
            <a:r>
              <a:rPr lang="de-DE" dirty="0"/>
              <a:t> </a:t>
            </a:r>
            <a:r>
              <a:rPr lang="de-DE" dirty="0" err="1"/>
              <a:t>each</a:t>
            </a:r>
            <a:r>
              <a:rPr lang="de-DE" dirty="0"/>
              <a:t> sample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challenging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generate</a:t>
            </a:r>
            <a:r>
              <a:rPr lang="de-DE" dirty="0"/>
              <a:t> </a:t>
            </a:r>
            <a:r>
              <a:rPr lang="de-DE" dirty="0" err="1"/>
              <a:t>ground</a:t>
            </a:r>
            <a:r>
              <a:rPr lang="de-DE" dirty="0"/>
              <a:t> </a:t>
            </a:r>
            <a:r>
              <a:rPr lang="de-DE" dirty="0" err="1"/>
              <a:t>truth</a:t>
            </a:r>
            <a:r>
              <a:rPr lang="de-DE" dirty="0"/>
              <a:t> </a:t>
            </a:r>
            <a:r>
              <a:rPr lang="de-DE" dirty="0" err="1"/>
              <a:t>data</a:t>
            </a:r>
            <a:endParaRPr lang="de-DE" dirty="0"/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de-DE" dirty="0" err="1"/>
              <a:t>Examples</a:t>
            </a:r>
            <a:r>
              <a:rPr lang="de-DE" dirty="0"/>
              <a:t>:</a:t>
            </a:r>
          </a:p>
          <a:p>
            <a:pPr marL="800100" lvl="1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dirty="0"/>
              <a:t>Robust multi-lane detection and tracking using adaptive threshold and lane classification</a:t>
            </a:r>
          </a:p>
          <a:p>
            <a:pPr marL="800100" marR="0" lvl="1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Robust lane detection and tracking with RANSAC and Kalman filter: </a:t>
            </a:r>
            <a:r>
              <a:rPr lang="de-DE" dirty="0"/>
              <a:t>„</a:t>
            </a:r>
            <a:r>
              <a:rPr lang="en-US" dirty="0"/>
              <a:t>defining a ground truth for the data is extremely tedious; hence, it is commonly avoided. Consequently, detections were qualitative and based purely on visual inspection by single user”</a:t>
            </a:r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014F34DC-AA1B-99CA-6FBB-AA288035C3F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175794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5B974716-D88B-3704-3FA2-4E34A28605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C287AE9A-F92B-09CC-482C-17859BEAA7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Good precision on easy examples with large outliers but fails on others with many false-positives -&gt; bad generalization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Few true peaks were undetected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Predicting one precise position and not an area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Can detect positive and negative peaks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 err="1"/>
              <a:t>Example</a:t>
            </a:r>
            <a:r>
              <a:rPr lang="de-DE" dirty="0"/>
              <a:t>-pictures: Seq2 ax1	Seq5 ax1</a:t>
            </a:r>
            <a:endParaRPr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9D992D8A-EDAB-AF1C-8A85-A22F1B4FE82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9205399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BAB09774-68B5-94BD-D662-A6FD8E3154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09C1E908-8282-A418-C6B1-3A2B7B636B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Very high precision -&gt; n</a:t>
            </a:r>
            <a:r>
              <a:rPr lang="en-US" sz="2000" dirty="0"/>
              <a:t>o false-positives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Most of the true peaks were detected but not all (especially peaks with a smaller amplitude)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Predicting one precise position and not an area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Can detect positive and negative peaks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sz="2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sz="2000" dirty="0" err="1"/>
              <a:t>Example</a:t>
            </a:r>
            <a:r>
              <a:rPr lang="de-DE" sz="2000" dirty="0"/>
              <a:t>-pictures: Seq2 ax1	Seq5 ax1</a:t>
            </a:r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7F3F2BB0-94C4-A50D-19D0-D8241633A59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1857150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3B6B107A-9124-2607-B78C-462A99E0F6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E8AD47B9-29DC-4355-B3A3-B958F6BEA11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Identifies most of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the peaks</a:t>
            </a:r>
            <a:endParaRPr lang="en-US" sz="20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Was only unable to properly detect a specific pattern – brings down average of metrics</a:t>
            </a:r>
            <a:endParaRPr lang="en-US" sz="20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bad generalization, if threshold can be specified for each machine type, would work better. 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Can detect positive and negative peaks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/>
              <a:t>Example-pictures: Seq2 ax1	Seq5 ax1</a:t>
            </a:r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66A15B81-4491-172E-2692-6ED6B28C4F0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5663915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94205285-753B-BEB8-3FC6-580FF5EED5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53FA03F0-AC77-8D60-999E-B8B846F291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Very bad precision -&gt; m</a:t>
            </a:r>
            <a:r>
              <a:rPr lang="en-US" sz="2000" dirty="0"/>
              <a:t>any false-positives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Most of the true peaks were detected but not all</a:t>
            </a:r>
            <a:endParaRPr lang="en-US" sz="200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Predicting one precise position and not an area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Can detect only positive peaks (with one single wavelet)</a:t>
            </a:r>
            <a:endParaRPr lang="en-US" sz="20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7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Possible reasons of failure:</a:t>
            </a:r>
          </a:p>
          <a:p>
            <a:pPr lvl="1" indent="-338400">
              <a:lnSpc>
                <a:spcPct val="95000"/>
              </a:lnSpc>
              <a:spcBef>
                <a:spcPts val="1200"/>
              </a:spcBef>
            </a:pPr>
            <a:r>
              <a:rPr lang="en-US" sz="1543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Peaks have different shapes and widths</a:t>
            </a:r>
          </a:p>
          <a:p>
            <a:pPr lvl="1" indent="-338400">
              <a:lnSpc>
                <a:spcPct val="95000"/>
              </a:lnSpc>
              <a:spcBef>
                <a:spcPts val="1200"/>
              </a:spcBef>
            </a:pPr>
            <a:r>
              <a:rPr lang="en-US" sz="1543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Shape is indistinguishable from noise</a:t>
            </a:r>
            <a:endParaRPr lang="en-US" sz="2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 err="1"/>
              <a:t>Example</a:t>
            </a:r>
            <a:r>
              <a:rPr lang="de-DE" dirty="0"/>
              <a:t>-pictures: Seq2 ax1	Seq5 ax1</a:t>
            </a:r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BBDDCD22-8AC2-9A5A-DD41-23234EAE291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7895910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A6AE88B4-DB88-505E-9FD6-308C27D9DF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CBACA8EA-2F2C-1C83-FC47-D106A505B6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False-positives issues on some sequences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Many peaks were undetected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Unreliable predictions</a:t>
            </a:r>
            <a:endParaRPr lang="en-US" sz="200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Can detect positive and negative peaks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Marking the whole peak area instead of just one precise position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sz="2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sz="2000" dirty="0" err="1"/>
              <a:t>Example</a:t>
            </a:r>
            <a:r>
              <a:rPr lang="de-DE" sz="2000" dirty="0"/>
              <a:t>-pictures: Seq2 ax1	Seq5 ax1</a:t>
            </a:r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D9E7838C-385C-3799-BA06-C27DA18C81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3274377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B2C25210-FCD8-547F-CFEE-D3975AEE7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0202BD58-8381-313C-E90E-9894CA1C54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High</a:t>
            </a: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precision -&gt; a</a:t>
            </a:r>
            <a:r>
              <a:rPr lang="en-US" sz="2000" dirty="0" err="1"/>
              <a:t>lmost</a:t>
            </a:r>
            <a:r>
              <a:rPr lang="en-US" sz="2000" dirty="0"/>
              <a:t> no false-positives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Some peaks were not detected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Recognizable tendency of detecting peaks</a:t>
            </a:r>
            <a:endParaRPr lang="en-US" sz="200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Marking the whole peak area instead of just one precise position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Can detect positive and negative peaks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sz="2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sz="2000" dirty="0" err="1"/>
              <a:t>Example</a:t>
            </a:r>
            <a:r>
              <a:rPr lang="de-DE" sz="2000" dirty="0"/>
              <a:t>-pictures: Seq2 ax1	Seq5 ax1</a:t>
            </a:r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B972504F-4B59-1C98-398D-745DDE3DA3F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8515239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8418C1A4-3FA1-D87E-88DC-F1840B9414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54B68ADB-8EAC-D32C-4D60-06B43460637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Not many false-positives issued on the sequences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Many peaks were not detected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Characteristic of marking the whole peak area instead of just one precise position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Can detect positive and negative peaks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de-DE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66B66DA1-A211-D751-D1BA-329D2F13716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0905634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41AF9880-BAE4-41B9-5310-BAF254D3E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EF824B1E-754F-62C4-9F2F-A8CC1C978F1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High</a:t>
            </a: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precision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Not many false-positives issued on the sequences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Many peaks were not detected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Can detect positive and negative peaks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Detects smaller deviations but sometimes unable to identify larger deviations </a:t>
            </a: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Wingdings" panose="05000000000000000000" pitchFamily="2" charset="2"/>
              </a:rPr>
              <a:t> not good</a:t>
            </a:r>
            <a:endParaRPr lang="en-US" sz="20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None/>
              <a:tabLst/>
              <a:defRPr/>
            </a:pPr>
            <a:endParaRPr lang="de-DE" sz="2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sz="2000" dirty="0" err="1"/>
              <a:t>Example</a:t>
            </a:r>
            <a:r>
              <a:rPr lang="de-DE" sz="2000" dirty="0"/>
              <a:t>-pictures: Seq2 ax1	Seq5 ax1</a:t>
            </a:r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0F7E4DA9-96D8-75E1-BB89-AD12FF73D0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1087972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>
          <a:extLst>
            <a:ext uri="{FF2B5EF4-FFF2-40B4-BE49-F238E27FC236}">
              <a16:creationId xmlns:a16="http://schemas.microsoft.com/office/drawing/2014/main" id="{8EBF65A3-8400-2880-6660-148E3A9B84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6c2988baa0_0_26:notes">
            <a:extLst>
              <a:ext uri="{FF2B5EF4-FFF2-40B4-BE49-F238E27FC236}">
                <a16:creationId xmlns:a16="http://schemas.microsoft.com/office/drawing/2014/main" id="{C8A6562A-F4C3-A1D0-F14A-4A900C96351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g36c2988baa0_0_26:notes">
            <a:extLst>
              <a:ext uri="{FF2B5EF4-FFF2-40B4-BE49-F238E27FC236}">
                <a16:creationId xmlns:a16="http://schemas.microsoft.com/office/drawing/2014/main" id="{0EB4C108-0461-5801-4B01-F845289659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4886259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F61A0281-6DC4-6B49-2899-413073235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5B9EE1FF-D42B-D2C5-50B9-FEFBC61C7BA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de-DE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286D7FF9-EDBD-9A61-B1E9-38C85DB69A2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1819720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484846D8-0A01-6BB8-9FDF-DAFDC49F5C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59BF80F2-B423-4B0B-113A-49CFC58314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noProof="0" dirty="0"/>
              <a:t>Metrics just show how similar the prediction is to the percentile-approach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noProof="0" dirty="0"/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noProof="0" dirty="0"/>
              <a:t>Low recall for all methods that predict precise positions and not an area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noProof="0" dirty="0"/>
              <a:t>Threshold-Based Torque has high precision because it uses the “same” feature as the percentile-approach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A035B49F-BD84-47E4-DCF3-6B1DF552C4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0099132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46B69E45-B8E2-1D7C-71A6-2F7346C885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84653B73-8993-7328-A81A-A03D984709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de-DE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2B8F9F83-3EFE-2242-06F1-003E85335D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5123899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B7A19BDA-83EE-CDB1-26DC-F81F6A7BC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DBDE9C12-79E1-E731-E0D3-3B66839786F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Feature-processing forces the user to analyze and understand the data, which can already give some insights into the reason for the anomalies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sz="20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Drawback: str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uggles</a:t>
            </a: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to generalize on unprocessed data with different signal-types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247D066D-C329-6700-29ED-B609B424070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8661402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>
          <a:extLst>
            <a:ext uri="{FF2B5EF4-FFF2-40B4-BE49-F238E27FC236}">
              <a16:creationId xmlns:a16="http://schemas.microsoft.com/office/drawing/2014/main" id="{FBFF9082-6855-A1A7-31B2-6CB2B75F56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6c2988baa0_0_26:notes">
            <a:extLst>
              <a:ext uri="{FF2B5EF4-FFF2-40B4-BE49-F238E27FC236}">
                <a16:creationId xmlns:a16="http://schemas.microsoft.com/office/drawing/2014/main" id="{095A816E-2560-190E-23A6-A5D16301175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g36c2988baa0_0_26:notes">
            <a:extLst>
              <a:ext uri="{FF2B5EF4-FFF2-40B4-BE49-F238E27FC236}">
                <a16:creationId xmlns:a16="http://schemas.microsoft.com/office/drawing/2014/main" id="{F557AE9C-72D2-6024-6CF9-184AD316C06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5320574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>
          <a:extLst>
            <a:ext uri="{FF2B5EF4-FFF2-40B4-BE49-F238E27FC236}">
              <a16:creationId xmlns:a16="http://schemas.microsoft.com/office/drawing/2014/main" id="{5930A782-4147-807C-455A-094AA123F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6b65f15935_1_10:notes">
            <a:extLst>
              <a:ext uri="{FF2B5EF4-FFF2-40B4-BE49-F238E27FC236}">
                <a16:creationId xmlns:a16="http://schemas.microsoft.com/office/drawing/2014/main" id="{003C1289-1D9C-D49F-9BD4-4728B416C2C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425133" lvl="0" indent="-285750" algn="l" rtl="0">
              <a:spcBef>
                <a:spcPts val="0"/>
              </a:spcBef>
              <a:spcAft>
                <a:spcPts val="0"/>
              </a:spcAft>
              <a:buSzPts val="1405"/>
              <a:buFont typeface="Arial" panose="020B0604020202020204" pitchFamily="34" charset="0"/>
              <a:buChar char="•"/>
            </a:pPr>
            <a:endParaRPr sz="1405" dirty="0"/>
          </a:p>
        </p:txBody>
      </p:sp>
      <p:sp>
        <p:nvSpPr>
          <p:cNvPr id="338" name="Google Shape;338;g36b65f15935_1_10:notes">
            <a:extLst>
              <a:ext uri="{FF2B5EF4-FFF2-40B4-BE49-F238E27FC236}">
                <a16:creationId xmlns:a16="http://schemas.microsoft.com/office/drawing/2014/main" id="{0F7A2C10-E2F1-346A-96D9-5D7D9702907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7646247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6b65f15935_1_10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425133" lvl="0" indent="-285750" algn="l" rtl="0">
              <a:spcBef>
                <a:spcPts val="0"/>
              </a:spcBef>
              <a:spcAft>
                <a:spcPts val="0"/>
              </a:spcAft>
              <a:buSzPts val="1405"/>
              <a:buFont typeface="Arial" panose="020B0604020202020204" pitchFamily="34" charset="0"/>
              <a:buChar char="•"/>
            </a:pPr>
            <a:r>
              <a:rPr lang="en-US" sz="1600" b="1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commanded speed</a:t>
            </a:r>
            <a:r>
              <a:rPr lang="en-US" sz="16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speed setpoint from the trajectory planner to the motor controller</a:t>
            </a:r>
          </a:p>
          <a:p>
            <a:pPr marL="425133" lvl="0" indent="-285750" algn="l" rtl="0">
              <a:spcBef>
                <a:spcPts val="0"/>
              </a:spcBef>
              <a:spcAft>
                <a:spcPts val="0"/>
              </a:spcAft>
              <a:buSzPts val="1405"/>
              <a:buFont typeface="Arial" panose="020B0604020202020204" pitchFamily="34" charset="0"/>
              <a:buChar char="•"/>
            </a:pPr>
            <a:endParaRPr lang="de-DE" sz="1405" dirty="0"/>
          </a:p>
          <a:p>
            <a:pPr marL="425133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5"/>
              <a:buFont typeface="Arial" panose="020B0604020202020204" pitchFamily="34" charset="0"/>
              <a:buChar char="•"/>
              <a:tabLst/>
              <a:defRPr/>
            </a:pPr>
            <a:r>
              <a:rPr lang="en-US" sz="14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Spindle signal looks like a discrete signal with hard edges (instead of smooth, continuous transitions</a:t>
            </a:r>
          </a:p>
          <a:p>
            <a:pPr marL="425133" lvl="0" indent="-285750" algn="l" rtl="0">
              <a:spcBef>
                <a:spcPts val="0"/>
              </a:spcBef>
              <a:spcAft>
                <a:spcPts val="0"/>
              </a:spcAft>
              <a:buSzPts val="1405"/>
              <a:buFont typeface="Arial" panose="020B0604020202020204" pitchFamily="34" charset="0"/>
              <a:buChar char="•"/>
            </a:pPr>
            <a:endParaRPr sz="1405" dirty="0"/>
          </a:p>
        </p:txBody>
      </p:sp>
      <p:sp>
        <p:nvSpPr>
          <p:cNvPr id="338" name="Google Shape;338;g36b65f15935_1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>
          <a:extLst>
            <a:ext uri="{FF2B5EF4-FFF2-40B4-BE49-F238E27FC236}">
              <a16:creationId xmlns:a16="http://schemas.microsoft.com/office/drawing/2014/main" id="{835E1CEA-BEB3-BDB2-2B72-CD20D8D44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6b65f15935_1_10:notes">
            <a:extLst>
              <a:ext uri="{FF2B5EF4-FFF2-40B4-BE49-F238E27FC236}">
                <a16:creationId xmlns:a16="http://schemas.microsoft.com/office/drawing/2014/main" id="{D6767525-8C24-2FAF-BEBB-E0AA59449A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425133" lvl="0" indent="-285750" algn="l" rtl="0">
              <a:spcBef>
                <a:spcPts val="0"/>
              </a:spcBef>
              <a:spcAft>
                <a:spcPts val="0"/>
              </a:spcAft>
              <a:buSzPts val="1405"/>
              <a:buFont typeface="Arial" panose="020B0604020202020204" pitchFamily="34" charset="0"/>
              <a:buChar char="•"/>
            </a:pPr>
            <a:endParaRPr sz="1405" dirty="0"/>
          </a:p>
        </p:txBody>
      </p:sp>
      <p:sp>
        <p:nvSpPr>
          <p:cNvPr id="338" name="Google Shape;338;g36b65f15935_1_10:notes">
            <a:extLst>
              <a:ext uri="{FF2B5EF4-FFF2-40B4-BE49-F238E27FC236}">
                <a16:creationId xmlns:a16="http://schemas.microsoft.com/office/drawing/2014/main" id="{3008D931-89AA-2463-EA36-2F406C5AA1F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1685335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>
          <a:extLst>
            <a:ext uri="{FF2B5EF4-FFF2-40B4-BE49-F238E27FC236}">
              <a16:creationId xmlns:a16="http://schemas.microsoft.com/office/drawing/2014/main" id="{A28F1E3D-27B7-BDE9-5632-0244FB24BF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6b65f15935_1_10:notes">
            <a:extLst>
              <a:ext uri="{FF2B5EF4-FFF2-40B4-BE49-F238E27FC236}">
                <a16:creationId xmlns:a16="http://schemas.microsoft.com/office/drawing/2014/main" id="{2DD1EACA-F0AC-9F06-FDCF-5DB109DA2C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425133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5"/>
              <a:buFont typeface="Arial" panose="020B0604020202020204" pitchFamily="34" charset="0"/>
              <a:buChar char="•"/>
              <a:tabLst/>
              <a:defRPr/>
            </a:pPr>
            <a:r>
              <a:rPr lang="en-US" sz="16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Rescale the signals by a material-specific factor to align dynamics in the current caused by normal workload within the same zone to improve generalization</a:t>
            </a:r>
            <a:endParaRPr lang="en-US" sz="1405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25133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5"/>
              <a:buFont typeface="Arial" panose="020B0604020202020204" pitchFamily="34" charset="0"/>
              <a:buChar char="•"/>
              <a:tabLst/>
              <a:defRPr/>
            </a:pPr>
            <a:r>
              <a:rPr lang="en-US" sz="16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Cluster formation (Coalescence): peaks that are close to each other (within a window distance k) are combined so that only the highest peak remains</a:t>
            </a:r>
          </a:p>
          <a:p>
            <a:pPr marL="425133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5"/>
              <a:buFont typeface="Arial" panose="020B0604020202020204" pitchFamily="34" charset="0"/>
              <a:buChar char="•"/>
              <a:tabLst/>
              <a:defRPr/>
            </a:pPr>
            <a:endParaRPr lang="en-US" sz="16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25133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5"/>
              <a:buFont typeface="Arial" panose="020B0604020202020204" pitchFamily="34" charset="0"/>
              <a:buChar char="•"/>
              <a:tabLst/>
              <a:defRPr/>
            </a:pPr>
            <a:r>
              <a:rPr lang="de-DE" sz="1405" dirty="0"/>
              <a:t>(</a:t>
            </a:r>
            <a:r>
              <a:rPr lang="en-US" sz="16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Apply smoothing to the signal to filter noise and remove unsignificant peaks</a:t>
            </a:r>
            <a:r>
              <a:rPr lang="en-US" sz="1405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</a:p>
          <a:p>
            <a:pPr marL="425133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5"/>
              <a:buFont typeface="Arial" panose="020B0604020202020204" pitchFamily="34" charset="0"/>
              <a:buChar char="•"/>
              <a:tabLst/>
              <a:defRPr/>
            </a:pPr>
            <a:endParaRPr lang="en-US" sz="16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g36b65f15935_1_10:notes">
            <a:extLst>
              <a:ext uri="{FF2B5EF4-FFF2-40B4-BE49-F238E27FC236}">
                <a16:creationId xmlns:a16="http://schemas.microsoft.com/office/drawing/2014/main" id="{BC30AD5A-0500-4EBF-F662-0765D4665F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9771290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g36ae8b4110f_0_179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6" name="Google Shape;346;g36ae8b4110f_0_1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>
          <a:extLst>
            <a:ext uri="{FF2B5EF4-FFF2-40B4-BE49-F238E27FC236}">
              <a16:creationId xmlns:a16="http://schemas.microsoft.com/office/drawing/2014/main" id="{BDE125EB-37F9-15EB-D8AB-E0630BE519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6b65f15935_1_10:notes">
            <a:extLst>
              <a:ext uri="{FF2B5EF4-FFF2-40B4-BE49-F238E27FC236}">
                <a16:creationId xmlns:a16="http://schemas.microsoft.com/office/drawing/2014/main" id="{61D831EF-170F-677F-AED5-C2F1B48C9E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457200" lvl="0" indent="-317817" algn="l" rtl="0">
              <a:spcBef>
                <a:spcPts val="0"/>
              </a:spcBef>
              <a:spcAft>
                <a:spcPts val="0"/>
              </a:spcAft>
              <a:buSzPts val="1405"/>
              <a:buChar char="-"/>
            </a:pPr>
            <a:r>
              <a:rPr lang="de-DE" sz="1405"/>
              <a:t>Clustering method -&gt; Hyper parameter tuning </a:t>
            </a:r>
            <a:endParaRPr sz="1405"/>
          </a:p>
          <a:p>
            <a:pPr marL="457200" lvl="0" indent="-317817" algn="l" rtl="0">
              <a:spcBef>
                <a:spcPts val="0"/>
              </a:spcBef>
              <a:spcAft>
                <a:spcPts val="0"/>
              </a:spcAft>
              <a:buSzPts val="1405"/>
              <a:buChar char="-"/>
            </a:pPr>
            <a:r>
              <a:rPr lang="de-DE" sz="1405"/>
              <a:t>Autoencoder -&gt; </a:t>
            </a:r>
            <a:endParaRPr sz="1405"/>
          </a:p>
          <a:p>
            <a:pPr marL="457200" lvl="0" indent="-317817" algn="l" rtl="0">
              <a:spcBef>
                <a:spcPts val="0"/>
              </a:spcBef>
              <a:spcAft>
                <a:spcPts val="0"/>
              </a:spcAft>
              <a:buSzPts val="1405"/>
              <a:buChar char="-"/>
            </a:pPr>
            <a:r>
              <a:rPr lang="de-DE" sz="1405"/>
              <a:t>Pseudo labels for evaluation for each approach </a:t>
            </a:r>
            <a:endParaRPr sz="1405"/>
          </a:p>
          <a:p>
            <a:pPr marL="457200" lvl="0" indent="-317817" algn="l" rtl="0">
              <a:spcBef>
                <a:spcPts val="0"/>
              </a:spcBef>
              <a:spcAft>
                <a:spcPts val="0"/>
              </a:spcAft>
              <a:buSzPts val="1405"/>
              <a:buChar char="-"/>
            </a:pPr>
            <a:r>
              <a:rPr lang="de-DE" sz="1405"/>
              <a:t>Considering efficiency and computational cost when evaluating</a:t>
            </a:r>
            <a:endParaRPr sz="1405"/>
          </a:p>
        </p:txBody>
      </p:sp>
      <p:sp>
        <p:nvSpPr>
          <p:cNvPr id="338" name="Google Shape;338;g36b65f15935_1_10:notes">
            <a:extLst>
              <a:ext uri="{FF2B5EF4-FFF2-40B4-BE49-F238E27FC236}">
                <a16:creationId xmlns:a16="http://schemas.microsoft.com/office/drawing/2014/main" id="{9AA95FA2-5EF4-EA30-75CD-858698587F0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7003492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>
          <a:extLst>
            <a:ext uri="{FF2B5EF4-FFF2-40B4-BE49-F238E27FC236}">
              <a16:creationId xmlns:a16="http://schemas.microsoft.com/office/drawing/2014/main" id="{A12AA431-E248-D3AB-3851-5F5B1B0C58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36b3cdc49be_0_0:notes">
            <a:extLst>
              <a:ext uri="{FF2B5EF4-FFF2-40B4-BE49-F238E27FC236}">
                <a16:creationId xmlns:a16="http://schemas.microsoft.com/office/drawing/2014/main" id="{F0239512-079E-D0B7-FC6E-4D61A68691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0" name="Google Shape;200;g36b3cdc49be_0_0:notes">
            <a:extLst>
              <a:ext uri="{FF2B5EF4-FFF2-40B4-BE49-F238E27FC236}">
                <a16:creationId xmlns:a16="http://schemas.microsoft.com/office/drawing/2014/main" id="{9EADD998-DB82-F6C8-65D3-CC71D47651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6080535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g36b7a2f1fd2_1_1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5" name="Google Shape;355;g36b7a2f1fd2_1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>
          <a:extLst>
            <a:ext uri="{FF2B5EF4-FFF2-40B4-BE49-F238E27FC236}">
              <a16:creationId xmlns:a16="http://schemas.microsoft.com/office/drawing/2014/main" id="{7A5D89CE-2667-3217-5BFF-A1E891AC4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6b65f15935_1_10:notes">
            <a:extLst>
              <a:ext uri="{FF2B5EF4-FFF2-40B4-BE49-F238E27FC236}">
                <a16:creationId xmlns:a16="http://schemas.microsoft.com/office/drawing/2014/main" id="{7DAA8D69-16AA-E6B7-A937-B9E8B044666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425133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5"/>
              <a:buFont typeface="Arial" panose="020B0604020202020204" pitchFamily="34" charset="0"/>
              <a:buChar char="•"/>
              <a:tabLst/>
              <a:defRPr/>
            </a:pPr>
            <a:endParaRPr lang="en-US" sz="16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g36b65f15935_1_10:notes">
            <a:extLst>
              <a:ext uri="{FF2B5EF4-FFF2-40B4-BE49-F238E27FC236}">
                <a16:creationId xmlns:a16="http://schemas.microsoft.com/office/drawing/2014/main" id="{8DDB3BDA-2814-D5A1-D24B-33E57EC433C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34099393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36b3a12114e_2_35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g36b3a12114e_2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36c2988baa0_0_38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8" name="Google Shape;238;g36c2988baa0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">
  <p:cSld name="Title Slide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/>
          <p:nvPr/>
        </p:nvSpPr>
        <p:spPr>
          <a:xfrm>
            <a:off x="0" y="0"/>
            <a:ext cx="9144000" cy="2000196"/>
          </a:xfrm>
          <a:prstGeom prst="rect">
            <a:avLst/>
          </a:prstGeom>
          <a:solidFill>
            <a:srgbClr val="0068B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4537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" name="Google Shape;18;p2" descr="A close-up of a person's face&#10;&#10;Description automatically generated with medium confidenc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797495" y="-770"/>
            <a:ext cx="2346506" cy="2000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2" descr="Text&#10;&#10;Description automatically generated with medium confidenc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0176" y="171445"/>
            <a:ext cx="1816680" cy="628633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Google Shape;20;p2"/>
          <p:cNvSpPr txBox="1">
            <a:spLocks noGrp="1"/>
          </p:cNvSpPr>
          <p:nvPr>
            <p:ph type="subTitle" idx="1"/>
          </p:nvPr>
        </p:nvSpPr>
        <p:spPr>
          <a:xfrm>
            <a:off x="800176" y="1511499"/>
            <a:ext cx="6858001" cy="3736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91425" bIns="4570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746"/>
              <a:buNone/>
              <a:defRPr sz="1745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349"/>
              <a:buNone/>
              <a:defRPr sz="1349"/>
            </a:lvl3pPr>
            <a:lvl4pPr lvl="3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21" name="Google Shape;21;p2"/>
          <p:cNvSpPr txBox="1">
            <a:spLocks noGrp="1"/>
          </p:cNvSpPr>
          <p:nvPr>
            <p:ph type="ctrTitle"/>
          </p:nvPr>
        </p:nvSpPr>
        <p:spPr>
          <a:xfrm>
            <a:off x="800176" y="1113959"/>
            <a:ext cx="6858001" cy="3975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91425" bIns="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23"/>
              <a:buFont typeface="Arial"/>
              <a:buNone/>
              <a:defRPr sz="2223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22" name="Google Shape;22;p2" descr="Logo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546" y="3314611"/>
            <a:ext cx="2857773" cy="14354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0" y="2"/>
            <a:ext cx="5746505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None/>
              <a:defRPr>
                <a:latin typeface="+mj-l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6" name="Google Shape;26;p3"/>
          <p:cNvSpPr txBox="1">
            <a:spLocks noGrp="1"/>
          </p:cNvSpPr>
          <p:nvPr>
            <p:ph type="body" idx="1"/>
          </p:nvPr>
        </p:nvSpPr>
        <p:spPr>
          <a:xfrm>
            <a:off x="374593" y="1127290"/>
            <a:ext cx="7886701" cy="32635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Char char="•"/>
              <a:defRPr>
                <a:latin typeface="+mn-lt"/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27" name="Google Shape;27;p3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" name="Google Shape;15;p1">
            <a:extLst>
              <a:ext uri="{FF2B5EF4-FFF2-40B4-BE49-F238E27FC236}">
                <a16:creationId xmlns:a16="http://schemas.microsoft.com/office/drawing/2014/main" id="{15302129-6EC3-7B00-3BA5-EE00638B84C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r>
              <a:rPr lang="de-DE" dirty="0"/>
              <a:t>/39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Header" type="secHead">
  <p:cSld name="SECTION_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"/>
          <p:cNvSpPr txBox="1">
            <a:spLocks noGrp="1"/>
          </p:cNvSpPr>
          <p:nvPr>
            <p:ph type="title"/>
          </p:nvPr>
        </p:nvSpPr>
        <p:spPr>
          <a:xfrm>
            <a:off x="719999" y="2772000"/>
            <a:ext cx="7704000" cy="10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2540"/>
              <a:buFont typeface="Arial"/>
              <a:buNone/>
              <a:defRPr sz="2540" b="1" cap="none">
                <a:solidFill>
                  <a:srgbClr val="0068B4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4"/>
          <p:cNvSpPr txBox="1">
            <a:spLocks noGrp="1"/>
          </p:cNvSpPr>
          <p:nvPr>
            <p:ph type="body" idx="1"/>
          </p:nvPr>
        </p:nvSpPr>
        <p:spPr>
          <a:xfrm>
            <a:off x="720000" y="1537200"/>
            <a:ext cx="77040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746"/>
              <a:buNone/>
              <a:defRPr sz="1745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349"/>
              <a:buNone/>
              <a:defRPr sz="1349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0" y="4972057"/>
            <a:ext cx="9144000" cy="171444"/>
          </a:xfrm>
          <a:prstGeom prst="rect">
            <a:avLst/>
          </a:prstGeom>
          <a:solidFill>
            <a:srgbClr val="0068B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4537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794" b="1"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" name="Google Shape;15;p1">
            <a:extLst>
              <a:ext uri="{FF2B5EF4-FFF2-40B4-BE49-F238E27FC236}">
                <a16:creationId xmlns:a16="http://schemas.microsoft.com/office/drawing/2014/main" id="{3B8D03DE-8003-ED3B-49C8-F7DC2CBDF9D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r>
              <a:rPr lang="de-DE" dirty="0"/>
              <a:t>/39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Handwritten Notes">
  <p:cSld name="Handwritten Notes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0" y="4972057"/>
            <a:ext cx="9144000" cy="171444"/>
          </a:xfrm>
          <a:prstGeom prst="rect">
            <a:avLst/>
          </a:prstGeom>
          <a:solidFill>
            <a:srgbClr val="0068B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4537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38" name="Google Shape;38;p5"/>
          <p:cNvGrpSpPr/>
          <p:nvPr/>
        </p:nvGrpSpPr>
        <p:grpSpPr>
          <a:xfrm>
            <a:off x="-1" y="520148"/>
            <a:ext cx="9146192" cy="4451903"/>
            <a:chOff x="-1" y="520148"/>
            <a:chExt cx="9146192" cy="4451903"/>
          </a:xfrm>
        </p:grpSpPr>
        <p:grpSp>
          <p:nvGrpSpPr>
            <p:cNvPr id="39" name="Google Shape;39;p5"/>
            <p:cNvGrpSpPr/>
            <p:nvPr/>
          </p:nvGrpSpPr>
          <p:grpSpPr>
            <a:xfrm>
              <a:off x="-1" y="644540"/>
              <a:ext cx="9146191" cy="3641022"/>
              <a:chOff x="139700" y="1063145"/>
              <a:chExt cx="8890000" cy="3539331"/>
            </a:xfrm>
          </p:grpSpPr>
          <p:cxnSp>
            <p:nvCxnSpPr>
              <p:cNvPr id="40" name="Google Shape;40;p5"/>
              <p:cNvCxnSpPr/>
              <p:nvPr/>
            </p:nvCxnSpPr>
            <p:spPr>
              <a:xfrm>
                <a:off x="139700" y="1063145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1" name="Google Shape;41;p5"/>
              <p:cNvCxnSpPr/>
              <p:nvPr/>
            </p:nvCxnSpPr>
            <p:spPr>
              <a:xfrm>
                <a:off x="139700" y="1194231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2" name="Google Shape;42;p5"/>
              <p:cNvCxnSpPr/>
              <p:nvPr/>
            </p:nvCxnSpPr>
            <p:spPr>
              <a:xfrm>
                <a:off x="139700" y="1325317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3" name="Google Shape;43;p5"/>
              <p:cNvCxnSpPr/>
              <p:nvPr/>
            </p:nvCxnSpPr>
            <p:spPr>
              <a:xfrm>
                <a:off x="139700" y="1456403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4" name="Google Shape;44;p5"/>
              <p:cNvCxnSpPr/>
              <p:nvPr/>
            </p:nvCxnSpPr>
            <p:spPr>
              <a:xfrm>
                <a:off x="139700" y="1587489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5" name="Google Shape;45;p5"/>
              <p:cNvCxnSpPr/>
              <p:nvPr/>
            </p:nvCxnSpPr>
            <p:spPr>
              <a:xfrm>
                <a:off x="139700" y="1718575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6" name="Google Shape;46;p5"/>
              <p:cNvCxnSpPr/>
              <p:nvPr/>
            </p:nvCxnSpPr>
            <p:spPr>
              <a:xfrm>
                <a:off x="139700" y="1849661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7" name="Google Shape;47;p5"/>
              <p:cNvCxnSpPr/>
              <p:nvPr/>
            </p:nvCxnSpPr>
            <p:spPr>
              <a:xfrm>
                <a:off x="139700" y="1980747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8" name="Google Shape;48;p5"/>
              <p:cNvCxnSpPr/>
              <p:nvPr/>
            </p:nvCxnSpPr>
            <p:spPr>
              <a:xfrm>
                <a:off x="139700" y="2111833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9" name="Google Shape;49;p5"/>
              <p:cNvCxnSpPr/>
              <p:nvPr/>
            </p:nvCxnSpPr>
            <p:spPr>
              <a:xfrm>
                <a:off x="139700" y="2242919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0" name="Google Shape;50;p5"/>
              <p:cNvCxnSpPr/>
              <p:nvPr/>
            </p:nvCxnSpPr>
            <p:spPr>
              <a:xfrm>
                <a:off x="139700" y="2374005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1" name="Google Shape;51;p5"/>
              <p:cNvCxnSpPr/>
              <p:nvPr/>
            </p:nvCxnSpPr>
            <p:spPr>
              <a:xfrm>
                <a:off x="139700" y="2505091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2" name="Google Shape;52;p5"/>
              <p:cNvCxnSpPr/>
              <p:nvPr/>
            </p:nvCxnSpPr>
            <p:spPr>
              <a:xfrm>
                <a:off x="139700" y="2636177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3" name="Google Shape;53;p5"/>
              <p:cNvCxnSpPr/>
              <p:nvPr/>
            </p:nvCxnSpPr>
            <p:spPr>
              <a:xfrm>
                <a:off x="139700" y="2767263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4" name="Google Shape;54;p5"/>
              <p:cNvCxnSpPr/>
              <p:nvPr/>
            </p:nvCxnSpPr>
            <p:spPr>
              <a:xfrm>
                <a:off x="139700" y="2898349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5" name="Google Shape;55;p5"/>
              <p:cNvCxnSpPr/>
              <p:nvPr/>
            </p:nvCxnSpPr>
            <p:spPr>
              <a:xfrm>
                <a:off x="139700" y="3029435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6" name="Google Shape;56;p5"/>
              <p:cNvCxnSpPr/>
              <p:nvPr/>
            </p:nvCxnSpPr>
            <p:spPr>
              <a:xfrm>
                <a:off x="139700" y="3160521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7" name="Google Shape;57;p5"/>
              <p:cNvCxnSpPr/>
              <p:nvPr/>
            </p:nvCxnSpPr>
            <p:spPr>
              <a:xfrm>
                <a:off x="139700" y="3291607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8" name="Google Shape;58;p5"/>
              <p:cNvCxnSpPr/>
              <p:nvPr/>
            </p:nvCxnSpPr>
            <p:spPr>
              <a:xfrm>
                <a:off x="139700" y="3422693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9" name="Google Shape;59;p5"/>
              <p:cNvCxnSpPr/>
              <p:nvPr/>
            </p:nvCxnSpPr>
            <p:spPr>
              <a:xfrm>
                <a:off x="139700" y="3553779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0" name="Google Shape;60;p5"/>
              <p:cNvCxnSpPr/>
              <p:nvPr/>
            </p:nvCxnSpPr>
            <p:spPr>
              <a:xfrm>
                <a:off x="139700" y="3684865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1" name="Google Shape;61;p5"/>
              <p:cNvCxnSpPr/>
              <p:nvPr/>
            </p:nvCxnSpPr>
            <p:spPr>
              <a:xfrm>
                <a:off x="139700" y="3815951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2" name="Google Shape;62;p5"/>
              <p:cNvCxnSpPr/>
              <p:nvPr/>
            </p:nvCxnSpPr>
            <p:spPr>
              <a:xfrm>
                <a:off x="139700" y="3947037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3" name="Google Shape;63;p5"/>
              <p:cNvCxnSpPr/>
              <p:nvPr/>
            </p:nvCxnSpPr>
            <p:spPr>
              <a:xfrm>
                <a:off x="139700" y="4078123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4" name="Google Shape;64;p5"/>
              <p:cNvCxnSpPr/>
              <p:nvPr/>
            </p:nvCxnSpPr>
            <p:spPr>
              <a:xfrm>
                <a:off x="139700" y="4209209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5" name="Google Shape;65;p5"/>
              <p:cNvCxnSpPr/>
              <p:nvPr/>
            </p:nvCxnSpPr>
            <p:spPr>
              <a:xfrm>
                <a:off x="139700" y="4340295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6" name="Google Shape;66;p5"/>
              <p:cNvCxnSpPr/>
              <p:nvPr/>
            </p:nvCxnSpPr>
            <p:spPr>
              <a:xfrm>
                <a:off x="139700" y="4471381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7" name="Google Shape;67;p5"/>
              <p:cNvCxnSpPr/>
              <p:nvPr/>
            </p:nvCxnSpPr>
            <p:spPr>
              <a:xfrm>
                <a:off x="139700" y="4602476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</p:grpSp>
        <p:grpSp>
          <p:nvGrpSpPr>
            <p:cNvPr id="68" name="Google Shape;68;p5"/>
            <p:cNvGrpSpPr/>
            <p:nvPr/>
          </p:nvGrpSpPr>
          <p:grpSpPr>
            <a:xfrm>
              <a:off x="110067" y="520148"/>
              <a:ext cx="8912813" cy="4451903"/>
              <a:chOff x="235573" y="916827"/>
              <a:chExt cx="8663159" cy="3797693"/>
            </a:xfrm>
          </p:grpSpPr>
          <p:cxnSp>
            <p:nvCxnSpPr>
              <p:cNvPr id="69" name="Google Shape;69;p5"/>
              <p:cNvCxnSpPr/>
              <p:nvPr/>
            </p:nvCxnSpPr>
            <p:spPr>
              <a:xfrm flipH="1">
                <a:off x="235573" y="916827"/>
                <a:ext cx="5727" cy="3796652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0" name="Google Shape;70;p5"/>
              <p:cNvCxnSpPr/>
              <p:nvPr/>
            </p:nvCxnSpPr>
            <p:spPr>
              <a:xfrm>
                <a:off x="372473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1" name="Google Shape;71;p5"/>
              <p:cNvCxnSpPr/>
              <p:nvPr/>
            </p:nvCxnSpPr>
            <p:spPr>
              <a:xfrm>
                <a:off x="503646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2" name="Google Shape;72;p5"/>
              <p:cNvCxnSpPr/>
              <p:nvPr/>
            </p:nvCxnSpPr>
            <p:spPr>
              <a:xfrm>
                <a:off x="634819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3" name="Google Shape;73;p5"/>
              <p:cNvCxnSpPr/>
              <p:nvPr/>
            </p:nvCxnSpPr>
            <p:spPr>
              <a:xfrm>
                <a:off x="76599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4" name="Google Shape;74;p5"/>
              <p:cNvCxnSpPr/>
              <p:nvPr/>
            </p:nvCxnSpPr>
            <p:spPr>
              <a:xfrm>
                <a:off x="897165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5" name="Google Shape;75;p5"/>
              <p:cNvCxnSpPr/>
              <p:nvPr/>
            </p:nvCxnSpPr>
            <p:spPr>
              <a:xfrm>
                <a:off x="1028338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6" name="Google Shape;76;p5"/>
              <p:cNvCxnSpPr/>
              <p:nvPr/>
            </p:nvCxnSpPr>
            <p:spPr>
              <a:xfrm>
                <a:off x="1159511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7" name="Google Shape;77;p5"/>
              <p:cNvCxnSpPr/>
              <p:nvPr/>
            </p:nvCxnSpPr>
            <p:spPr>
              <a:xfrm>
                <a:off x="1290684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8" name="Google Shape;78;p5"/>
              <p:cNvCxnSpPr/>
              <p:nvPr/>
            </p:nvCxnSpPr>
            <p:spPr>
              <a:xfrm>
                <a:off x="1421857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9" name="Google Shape;79;p5"/>
              <p:cNvCxnSpPr/>
              <p:nvPr/>
            </p:nvCxnSpPr>
            <p:spPr>
              <a:xfrm>
                <a:off x="1553030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0" name="Google Shape;80;p5"/>
              <p:cNvCxnSpPr/>
              <p:nvPr/>
            </p:nvCxnSpPr>
            <p:spPr>
              <a:xfrm>
                <a:off x="1684203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1" name="Google Shape;81;p5"/>
              <p:cNvCxnSpPr/>
              <p:nvPr/>
            </p:nvCxnSpPr>
            <p:spPr>
              <a:xfrm>
                <a:off x="1815376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2" name="Google Shape;82;p5"/>
              <p:cNvCxnSpPr/>
              <p:nvPr/>
            </p:nvCxnSpPr>
            <p:spPr>
              <a:xfrm>
                <a:off x="1946549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3" name="Google Shape;83;p5"/>
              <p:cNvCxnSpPr/>
              <p:nvPr/>
            </p:nvCxnSpPr>
            <p:spPr>
              <a:xfrm>
                <a:off x="207772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4" name="Google Shape;84;p5"/>
              <p:cNvCxnSpPr/>
              <p:nvPr/>
            </p:nvCxnSpPr>
            <p:spPr>
              <a:xfrm>
                <a:off x="2208895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5" name="Google Shape;85;p5"/>
              <p:cNvCxnSpPr/>
              <p:nvPr/>
            </p:nvCxnSpPr>
            <p:spPr>
              <a:xfrm>
                <a:off x="2340068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6" name="Google Shape;86;p5"/>
              <p:cNvCxnSpPr/>
              <p:nvPr/>
            </p:nvCxnSpPr>
            <p:spPr>
              <a:xfrm>
                <a:off x="2471241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7" name="Google Shape;87;p5"/>
              <p:cNvCxnSpPr/>
              <p:nvPr/>
            </p:nvCxnSpPr>
            <p:spPr>
              <a:xfrm>
                <a:off x="2602414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8" name="Google Shape;88;p5"/>
              <p:cNvCxnSpPr/>
              <p:nvPr/>
            </p:nvCxnSpPr>
            <p:spPr>
              <a:xfrm>
                <a:off x="2733587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9" name="Google Shape;89;p5"/>
              <p:cNvCxnSpPr/>
              <p:nvPr/>
            </p:nvCxnSpPr>
            <p:spPr>
              <a:xfrm>
                <a:off x="2864760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0" name="Google Shape;90;p5"/>
              <p:cNvCxnSpPr/>
              <p:nvPr/>
            </p:nvCxnSpPr>
            <p:spPr>
              <a:xfrm>
                <a:off x="2995933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1" name="Google Shape;91;p5"/>
              <p:cNvCxnSpPr/>
              <p:nvPr/>
            </p:nvCxnSpPr>
            <p:spPr>
              <a:xfrm>
                <a:off x="3127106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2" name="Google Shape;92;p5"/>
              <p:cNvCxnSpPr/>
              <p:nvPr/>
            </p:nvCxnSpPr>
            <p:spPr>
              <a:xfrm>
                <a:off x="3258279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3" name="Google Shape;93;p5"/>
              <p:cNvCxnSpPr/>
              <p:nvPr/>
            </p:nvCxnSpPr>
            <p:spPr>
              <a:xfrm>
                <a:off x="338945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4" name="Google Shape;94;p5"/>
              <p:cNvCxnSpPr/>
              <p:nvPr/>
            </p:nvCxnSpPr>
            <p:spPr>
              <a:xfrm>
                <a:off x="3520625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5" name="Google Shape;95;p5"/>
              <p:cNvCxnSpPr/>
              <p:nvPr/>
            </p:nvCxnSpPr>
            <p:spPr>
              <a:xfrm>
                <a:off x="3651798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6" name="Google Shape;96;p5"/>
              <p:cNvCxnSpPr/>
              <p:nvPr/>
            </p:nvCxnSpPr>
            <p:spPr>
              <a:xfrm>
                <a:off x="3782971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7" name="Google Shape;97;p5"/>
              <p:cNvCxnSpPr/>
              <p:nvPr/>
            </p:nvCxnSpPr>
            <p:spPr>
              <a:xfrm>
                <a:off x="3914144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8" name="Google Shape;98;p5"/>
              <p:cNvCxnSpPr/>
              <p:nvPr/>
            </p:nvCxnSpPr>
            <p:spPr>
              <a:xfrm>
                <a:off x="4045317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9" name="Google Shape;99;p5"/>
              <p:cNvCxnSpPr/>
              <p:nvPr/>
            </p:nvCxnSpPr>
            <p:spPr>
              <a:xfrm>
                <a:off x="4176490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0" name="Google Shape;100;p5"/>
              <p:cNvCxnSpPr/>
              <p:nvPr/>
            </p:nvCxnSpPr>
            <p:spPr>
              <a:xfrm>
                <a:off x="4307663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1" name="Google Shape;101;p5"/>
              <p:cNvCxnSpPr/>
              <p:nvPr/>
            </p:nvCxnSpPr>
            <p:spPr>
              <a:xfrm>
                <a:off x="4438836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2" name="Google Shape;102;p5"/>
              <p:cNvCxnSpPr/>
              <p:nvPr/>
            </p:nvCxnSpPr>
            <p:spPr>
              <a:xfrm>
                <a:off x="4570009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3" name="Google Shape;103;p5"/>
              <p:cNvCxnSpPr/>
              <p:nvPr/>
            </p:nvCxnSpPr>
            <p:spPr>
              <a:xfrm>
                <a:off x="470118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4" name="Google Shape;104;p5"/>
              <p:cNvCxnSpPr/>
              <p:nvPr/>
            </p:nvCxnSpPr>
            <p:spPr>
              <a:xfrm>
                <a:off x="4832355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5" name="Google Shape;105;p5"/>
              <p:cNvCxnSpPr/>
              <p:nvPr/>
            </p:nvCxnSpPr>
            <p:spPr>
              <a:xfrm>
                <a:off x="4963528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6" name="Google Shape;106;p5"/>
              <p:cNvCxnSpPr/>
              <p:nvPr/>
            </p:nvCxnSpPr>
            <p:spPr>
              <a:xfrm>
                <a:off x="5094701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7" name="Google Shape;107;p5"/>
              <p:cNvCxnSpPr/>
              <p:nvPr/>
            </p:nvCxnSpPr>
            <p:spPr>
              <a:xfrm>
                <a:off x="5225874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8" name="Google Shape;108;p5"/>
              <p:cNvCxnSpPr/>
              <p:nvPr/>
            </p:nvCxnSpPr>
            <p:spPr>
              <a:xfrm>
                <a:off x="5357047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9" name="Google Shape;109;p5"/>
              <p:cNvCxnSpPr/>
              <p:nvPr/>
            </p:nvCxnSpPr>
            <p:spPr>
              <a:xfrm>
                <a:off x="5488220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0" name="Google Shape;110;p5"/>
              <p:cNvCxnSpPr/>
              <p:nvPr/>
            </p:nvCxnSpPr>
            <p:spPr>
              <a:xfrm>
                <a:off x="5619393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1" name="Google Shape;111;p5"/>
              <p:cNvCxnSpPr/>
              <p:nvPr/>
            </p:nvCxnSpPr>
            <p:spPr>
              <a:xfrm>
                <a:off x="5750566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2" name="Google Shape;112;p5"/>
              <p:cNvCxnSpPr/>
              <p:nvPr/>
            </p:nvCxnSpPr>
            <p:spPr>
              <a:xfrm>
                <a:off x="5881739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3" name="Google Shape;113;p5"/>
              <p:cNvCxnSpPr/>
              <p:nvPr/>
            </p:nvCxnSpPr>
            <p:spPr>
              <a:xfrm>
                <a:off x="601291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4" name="Google Shape;114;p5"/>
              <p:cNvCxnSpPr/>
              <p:nvPr/>
            </p:nvCxnSpPr>
            <p:spPr>
              <a:xfrm>
                <a:off x="6144085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5" name="Google Shape;115;p5"/>
              <p:cNvCxnSpPr/>
              <p:nvPr/>
            </p:nvCxnSpPr>
            <p:spPr>
              <a:xfrm>
                <a:off x="6275258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6" name="Google Shape;116;p5"/>
              <p:cNvCxnSpPr/>
              <p:nvPr/>
            </p:nvCxnSpPr>
            <p:spPr>
              <a:xfrm>
                <a:off x="6406431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7" name="Google Shape;117;p5"/>
              <p:cNvCxnSpPr/>
              <p:nvPr/>
            </p:nvCxnSpPr>
            <p:spPr>
              <a:xfrm>
                <a:off x="6537604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8" name="Google Shape;118;p5"/>
              <p:cNvCxnSpPr/>
              <p:nvPr/>
            </p:nvCxnSpPr>
            <p:spPr>
              <a:xfrm>
                <a:off x="6668777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9" name="Google Shape;119;p5"/>
              <p:cNvCxnSpPr/>
              <p:nvPr/>
            </p:nvCxnSpPr>
            <p:spPr>
              <a:xfrm>
                <a:off x="6799950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0" name="Google Shape;120;p5"/>
              <p:cNvCxnSpPr/>
              <p:nvPr/>
            </p:nvCxnSpPr>
            <p:spPr>
              <a:xfrm>
                <a:off x="6931123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1" name="Google Shape;121;p5"/>
              <p:cNvCxnSpPr/>
              <p:nvPr/>
            </p:nvCxnSpPr>
            <p:spPr>
              <a:xfrm>
                <a:off x="7062296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2" name="Google Shape;122;p5"/>
              <p:cNvCxnSpPr/>
              <p:nvPr/>
            </p:nvCxnSpPr>
            <p:spPr>
              <a:xfrm>
                <a:off x="7193469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3" name="Google Shape;123;p5"/>
              <p:cNvCxnSpPr/>
              <p:nvPr/>
            </p:nvCxnSpPr>
            <p:spPr>
              <a:xfrm>
                <a:off x="732464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4" name="Google Shape;124;p5"/>
              <p:cNvCxnSpPr/>
              <p:nvPr/>
            </p:nvCxnSpPr>
            <p:spPr>
              <a:xfrm>
                <a:off x="7455815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5" name="Google Shape;125;p5"/>
              <p:cNvCxnSpPr/>
              <p:nvPr/>
            </p:nvCxnSpPr>
            <p:spPr>
              <a:xfrm>
                <a:off x="7586988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6" name="Google Shape;126;p5"/>
              <p:cNvCxnSpPr/>
              <p:nvPr/>
            </p:nvCxnSpPr>
            <p:spPr>
              <a:xfrm>
                <a:off x="7718161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7" name="Google Shape;127;p5"/>
              <p:cNvCxnSpPr/>
              <p:nvPr/>
            </p:nvCxnSpPr>
            <p:spPr>
              <a:xfrm>
                <a:off x="7849334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8" name="Google Shape;128;p5"/>
              <p:cNvCxnSpPr/>
              <p:nvPr/>
            </p:nvCxnSpPr>
            <p:spPr>
              <a:xfrm>
                <a:off x="7980507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9" name="Google Shape;129;p5"/>
              <p:cNvCxnSpPr/>
              <p:nvPr/>
            </p:nvCxnSpPr>
            <p:spPr>
              <a:xfrm>
                <a:off x="8111680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0" name="Google Shape;130;p5"/>
              <p:cNvCxnSpPr/>
              <p:nvPr/>
            </p:nvCxnSpPr>
            <p:spPr>
              <a:xfrm>
                <a:off x="8242853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1" name="Google Shape;131;p5"/>
              <p:cNvCxnSpPr/>
              <p:nvPr/>
            </p:nvCxnSpPr>
            <p:spPr>
              <a:xfrm>
                <a:off x="8374026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2" name="Google Shape;132;p5"/>
              <p:cNvCxnSpPr/>
              <p:nvPr/>
            </p:nvCxnSpPr>
            <p:spPr>
              <a:xfrm>
                <a:off x="8505199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3" name="Google Shape;133;p5"/>
              <p:cNvCxnSpPr/>
              <p:nvPr/>
            </p:nvCxnSpPr>
            <p:spPr>
              <a:xfrm>
                <a:off x="863637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4" name="Google Shape;134;p5"/>
              <p:cNvCxnSpPr/>
              <p:nvPr/>
            </p:nvCxnSpPr>
            <p:spPr>
              <a:xfrm>
                <a:off x="8767545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5" name="Google Shape;135;p5"/>
              <p:cNvCxnSpPr/>
              <p:nvPr/>
            </p:nvCxnSpPr>
            <p:spPr>
              <a:xfrm>
                <a:off x="889873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</p:grpSp>
        <p:grpSp>
          <p:nvGrpSpPr>
            <p:cNvPr id="136" name="Google Shape;136;p5"/>
            <p:cNvGrpSpPr/>
            <p:nvPr/>
          </p:nvGrpSpPr>
          <p:grpSpPr>
            <a:xfrm>
              <a:off x="0" y="4420423"/>
              <a:ext cx="9146191" cy="539409"/>
              <a:chOff x="139700" y="1063145"/>
              <a:chExt cx="8890000" cy="524344"/>
            </a:xfrm>
          </p:grpSpPr>
          <p:cxnSp>
            <p:nvCxnSpPr>
              <p:cNvPr id="137" name="Google Shape;137;p5"/>
              <p:cNvCxnSpPr/>
              <p:nvPr/>
            </p:nvCxnSpPr>
            <p:spPr>
              <a:xfrm>
                <a:off x="139700" y="1063145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8" name="Google Shape;138;p5"/>
              <p:cNvCxnSpPr/>
              <p:nvPr/>
            </p:nvCxnSpPr>
            <p:spPr>
              <a:xfrm>
                <a:off x="139700" y="1194231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9" name="Google Shape;139;p5"/>
              <p:cNvCxnSpPr/>
              <p:nvPr/>
            </p:nvCxnSpPr>
            <p:spPr>
              <a:xfrm>
                <a:off x="139700" y="1325317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40" name="Google Shape;140;p5"/>
              <p:cNvCxnSpPr/>
              <p:nvPr/>
            </p:nvCxnSpPr>
            <p:spPr>
              <a:xfrm>
                <a:off x="139700" y="1456403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41" name="Google Shape;141;p5"/>
              <p:cNvCxnSpPr/>
              <p:nvPr/>
            </p:nvCxnSpPr>
            <p:spPr>
              <a:xfrm>
                <a:off x="139700" y="1587489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</p:grpSp>
      </p:grpSp>
      <p:pic>
        <p:nvPicPr>
          <p:cNvPr id="142" name="Google Shape;142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94" y="-3958"/>
            <a:ext cx="9144000" cy="628676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5"/>
          <p:cNvSpPr txBox="1">
            <a:spLocks noGrp="1"/>
          </p:cNvSpPr>
          <p:nvPr>
            <p:ph type="title"/>
          </p:nvPr>
        </p:nvSpPr>
        <p:spPr>
          <a:xfrm>
            <a:off x="0" y="2"/>
            <a:ext cx="5746505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Google Shape;15;p1">
            <a:extLst>
              <a:ext uri="{FF2B5EF4-FFF2-40B4-BE49-F238E27FC236}">
                <a16:creationId xmlns:a16="http://schemas.microsoft.com/office/drawing/2014/main" id="{F08973F8-C413-FCC2-2B83-79A102A99B4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6"/>
          <p:cNvSpPr txBox="1">
            <a:spLocks noGrp="1"/>
          </p:cNvSpPr>
          <p:nvPr>
            <p:ph type="title"/>
          </p:nvPr>
        </p:nvSpPr>
        <p:spPr>
          <a:xfrm>
            <a:off x="0" y="2"/>
            <a:ext cx="5746505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6" name="Google Shape;146;p6"/>
          <p:cNvSpPr txBox="1">
            <a:spLocks noGrp="1"/>
          </p:cNvSpPr>
          <p:nvPr>
            <p:ph type="body" idx="1"/>
          </p:nvPr>
        </p:nvSpPr>
        <p:spPr>
          <a:xfrm>
            <a:off x="628650" y="1369218"/>
            <a:ext cx="3886200" cy="32635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7" name="Google Shape;147;p6"/>
          <p:cNvSpPr txBox="1">
            <a:spLocks noGrp="1"/>
          </p:cNvSpPr>
          <p:nvPr>
            <p:ph type="body" idx="2"/>
          </p:nvPr>
        </p:nvSpPr>
        <p:spPr>
          <a:xfrm>
            <a:off x="4629150" y="1369218"/>
            <a:ext cx="3886200" cy="32635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8" name="Google Shape;148;p6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" name="Google Shape;15;p1">
            <a:extLst>
              <a:ext uri="{FF2B5EF4-FFF2-40B4-BE49-F238E27FC236}">
                <a16:creationId xmlns:a16="http://schemas.microsoft.com/office/drawing/2014/main" id="{4BFFE57F-1F08-2625-0813-CE2B462F463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>
  <p:cSld name="Comparison"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7"/>
          <p:cNvSpPr txBox="1">
            <a:spLocks noGrp="1"/>
          </p:cNvSpPr>
          <p:nvPr>
            <p:ph type="body" idx="1"/>
          </p:nvPr>
        </p:nvSpPr>
        <p:spPr>
          <a:xfrm>
            <a:off x="595979" y="820608"/>
            <a:ext cx="3868340" cy="6179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349"/>
              <a:buNone/>
              <a:defRPr sz="1349" b="1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152" name="Google Shape;152;p7"/>
          <p:cNvSpPr txBox="1">
            <a:spLocks noGrp="1"/>
          </p:cNvSpPr>
          <p:nvPr>
            <p:ph type="body" idx="2"/>
          </p:nvPr>
        </p:nvSpPr>
        <p:spPr>
          <a:xfrm>
            <a:off x="595979" y="1438541"/>
            <a:ext cx="3868340" cy="3074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3" name="Google Shape;153;p7"/>
          <p:cNvSpPr txBox="1">
            <a:spLocks noGrp="1"/>
          </p:cNvSpPr>
          <p:nvPr>
            <p:ph type="body" idx="3"/>
          </p:nvPr>
        </p:nvSpPr>
        <p:spPr>
          <a:xfrm>
            <a:off x="4663015" y="820608"/>
            <a:ext cx="3887390" cy="6179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349"/>
              <a:buNone/>
              <a:defRPr sz="1349" b="1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154" name="Google Shape;154;p7"/>
          <p:cNvSpPr txBox="1">
            <a:spLocks noGrp="1"/>
          </p:cNvSpPr>
          <p:nvPr>
            <p:ph type="body" idx="4"/>
          </p:nvPr>
        </p:nvSpPr>
        <p:spPr>
          <a:xfrm>
            <a:off x="4663015" y="1438540"/>
            <a:ext cx="3887390" cy="30741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5" name="Google Shape;155;p7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7" name="Google Shape;157;p7"/>
          <p:cNvSpPr txBox="1">
            <a:spLocks noGrp="1"/>
          </p:cNvSpPr>
          <p:nvPr>
            <p:ph type="title"/>
          </p:nvPr>
        </p:nvSpPr>
        <p:spPr>
          <a:xfrm>
            <a:off x="0" y="2"/>
            <a:ext cx="5746505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" name="Google Shape;15;p1">
            <a:extLst>
              <a:ext uri="{FF2B5EF4-FFF2-40B4-BE49-F238E27FC236}">
                <a16:creationId xmlns:a16="http://schemas.microsoft.com/office/drawing/2014/main" id="{F99958AA-65B1-E8FF-9911-8EF95E1EC3A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8"/>
          <p:cNvSpPr txBox="1">
            <a:spLocks noGrp="1"/>
          </p:cNvSpPr>
          <p:nvPr>
            <p:ph type="title"/>
          </p:nvPr>
        </p:nvSpPr>
        <p:spPr>
          <a:xfrm>
            <a:off x="0" y="2"/>
            <a:ext cx="5746505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0" name="Google Shape;160;p8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" name="Google Shape;15;p1">
            <a:extLst>
              <a:ext uri="{FF2B5EF4-FFF2-40B4-BE49-F238E27FC236}">
                <a16:creationId xmlns:a16="http://schemas.microsoft.com/office/drawing/2014/main" id="{7E724D5B-E8D3-AEE6-8B45-066022485DC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9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" name="Google Shape;15;p1">
            <a:extLst>
              <a:ext uri="{FF2B5EF4-FFF2-40B4-BE49-F238E27FC236}">
                <a16:creationId xmlns:a16="http://schemas.microsoft.com/office/drawing/2014/main" id="{C3107EE2-0A89-A993-D76E-ECEA4FD090B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>
  <p:cSld name="Content with Caption"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10"/>
          <p:cNvSpPr txBox="1">
            <a:spLocks noGrp="1"/>
          </p:cNvSpPr>
          <p:nvPr>
            <p:ph type="body" idx="1"/>
          </p:nvPr>
        </p:nvSpPr>
        <p:spPr>
          <a:xfrm>
            <a:off x="3887390" y="740570"/>
            <a:ext cx="4629151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167" name="Google Shape;167;p10"/>
          <p:cNvSpPr txBox="1">
            <a:spLocks noGrp="1"/>
          </p:cNvSpPr>
          <p:nvPr>
            <p:ph type="body" idx="2"/>
          </p:nvPr>
        </p:nvSpPr>
        <p:spPr>
          <a:xfrm>
            <a:off x="629842" y="1543050"/>
            <a:ext cx="2949177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049"/>
              <a:buNone/>
              <a:defRPr sz="1049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749"/>
              <a:buNone/>
              <a:defRPr sz="749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749"/>
              <a:buNone/>
              <a:defRPr sz="749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9pPr>
          </a:lstStyle>
          <a:p>
            <a:endParaRPr/>
          </a:p>
        </p:txBody>
      </p:sp>
      <p:sp>
        <p:nvSpPr>
          <p:cNvPr id="168" name="Google Shape;168;p10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9" name="Google Shape;169;p10"/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>
  <p:cSld name="Picture with Caption"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11"/>
          <p:cNvSpPr>
            <a:spLocks noGrp="1"/>
          </p:cNvSpPr>
          <p:nvPr>
            <p:ph type="pic" idx="2"/>
          </p:nvPr>
        </p:nvSpPr>
        <p:spPr>
          <a:xfrm>
            <a:off x="3887390" y="740570"/>
            <a:ext cx="4629151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172" name="Google Shape;172;p11"/>
          <p:cNvSpPr txBox="1">
            <a:spLocks noGrp="1"/>
          </p:cNvSpPr>
          <p:nvPr>
            <p:ph type="body" idx="1"/>
          </p:nvPr>
        </p:nvSpPr>
        <p:spPr>
          <a:xfrm>
            <a:off x="629842" y="1543051"/>
            <a:ext cx="2949177" cy="2292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049"/>
              <a:buNone/>
              <a:defRPr sz="1049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749"/>
              <a:buNone/>
              <a:defRPr sz="749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749"/>
              <a:buNone/>
              <a:defRPr sz="749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9pPr>
          </a:lstStyle>
          <a:p>
            <a:endParaRPr/>
          </a:p>
        </p:txBody>
      </p:sp>
      <p:sp>
        <p:nvSpPr>
          <p:cNvPr id="173" name="Google Shape;173;p11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4" name="Google Shape;174;p11"/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  <p:sp>
        <p:nvSpPr>
          <p:cNvPr id="175" name="Google Shape;175;p11"/>
          <p:cNvSpPr txBox="1"/>
          <p:nvPr/>
        </p:nvSpPr>
        <p:spPr>
          <a:xfrm>
            <a:off x="0" y="2"/>
            <a:ext cx="5746505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89"/>
              <a:buFont typeface="Arial"/>
              <a:buNone/>
            </a:pPr>
            <a:r>
              <a:rPr lang="de-DE" sz="1889" b="1">
                <a:solidFill>
                  <a:srgbClr val="0068B4"/>
                </a:solidFill>
                <a:latin typeface="Arial"/>
                <a:ea typeface="Arial"/>
                <a:cs typeface="Arial"/>
                <a:sym typeface="Arial"/>
              </a:rPr>
              <a:t>Click to edit Master title style</a:t>
            </a:r>
            <a:endParaRPr sz="1889" b="1">
              <a:solidFill>
                <a:srgbClr val="0068B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12"/>
          <p:cNvSpPr txBox="1">
            <a:spLocks noGrp="1"/>
          </p:cNvSpPr>
          <p:nvPr>
            <p:ph type="title"/>
          </p:nvPr>
        </p:nvSpPr>
        <p:spPr>
          <a:xfrm>
            <a:off x="0" y="2"/>
            <a:ext cx="5746505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8" name="Google Shape;178;p12"/>
          <p:cNvSpPr txBox="1">
            <a:spLocks noGrp="1"/>
          </p:cNvSpPr>
          <p:nvPr>
            <p:ph type="body" idx="1"/>
          </p:nvPr>
        </p:nvSpPr>
        <p:spPr>
          <a:xfrm rot="5400000">
            <a:off x="2686192" y="-1184309"/>
            <a:ext cx="3263503" cy="78867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9" name="Google Shape;179;p12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0" name="Google Shape;180;p12"/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1"/>
          <p:cNvSpPr/>
          <p:nvPr/>
        </p:nvSpPr>
        <p:spPr>
          <a:xfrm>
            <a:off x="0" y="4972057"/>
            <a:ext cx="9144000" cy="171444"/>
          </a:xfrm>
          <a:prstGeom prst="rect">
            <a:avLst/>
          </a:prstGeom>
          <a:solidFill>
            <a:srgbClr val="0068B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4537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1"/>
          <p:cNvSpPr txBox="1">
            <a:spLocks noGrp="1"/>
          </p:cNvSpPr>
          <p:nvPr>
            <p:ph type="title"/>
          </p:nvPr>
        </p:nvSpPr>
        <p:spPr>
          <a:xfrm>
            <a:off x="0" y="2"/>
            <a:ext cx="6858000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89"/>
              <a:buFont typeface="Arial"/>
              <a:buNone/>
              <a:defRPr sz="1889" b="1" i="0" u="none" strike="noStrike" cap="none">
                <a:solidFill>
                  <a:srgbClr val="0068B4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 dirty="0"/>
          </a:p>
        </p:txBody>
      </p:sp>
      <p:sp>
        <p:nvSpPr>
          <p:cNvPr id="13" name="Google Shape;13;p1"/>
          <p:cNvSpPr txBox="1">
            <a:spLocks noGrp="1"/>
          </p:cNvSpPr>
          <p:nvPr>
            <p:ph type="body" idx="1"/>
          </p:nvPr>
        </p:nvSpPr>
        <p:spPr>
          <a:xfrm>
            <a:off x="374593" y="1127290"/>
            <a:ext cx="7886701" cy="32635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14" name="Google Shape;14;p1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94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5" name="Google Shape;15;p1"/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r>
              <a:rPr lang="de-DE" dirty="0"/>
              <a:t>/39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E8380942-6E93-7F03-C832-B9ABFB4DCBF1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7013575" y="101601"/>
            <a:ext cx="2130425" cy="362766"/>
          </a:xfrm>
          <a:prstGeom prst="rect">
            <a:avLst/>
          </a:prstGeom>
        </p:spPr>
      </p:pic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5CA82F7F-2B67-C6E1-2130-36906CEDDA44}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535471"/>
            <a:ext cx="9144000" cy="0"/>
          </a:xfrm>
          <a:prstGeom prst="line">
            <a:avLst/>
          </a:prstGeom>
          <a:ln w="19050">
            <a:solidFill>
              <a:srgbClr val="0068B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+mj-lt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+mn-lt"/>
          <a:ea typeface="Calibri" panose="020F0502020204030204" pitchFamily="34" charset="0"/>
          <a:cs typeface="Calibri" panose="020F0502020204030204" pitchFamily="34" charset="0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jp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38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researchgate.net/figure/Convolution-of-a-signal-with-a-wavelet-function-Part-of-this-figure-is-taken-from-1_fig1_51918746" TargetMode="External"/><Relationship Id="rId3" Type="http://schemas.openxmlformats.org/officeDocument/2006/relationships/hyperlink" Target="https://www.hubs.com/de/wissensbasis/3d-druck-vs-cnc-bearbeitung/" TargetMode="External"/><Relationship Id="rId7" Type="http://schemas.openxmlformats.org/officeDocument/2006/relationships/hyperlink" Target="https://en.wikipedia.org/wiki/Ricker_wavelet" TargetMode="External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en.wikipedia.org/wiki/Topographic_prominence" TargetMode="External"/><Relationship Id="rId5" Type="http://schemas.openxmlformats.org/officeDocument/2006/relationships/hyperlink" Target="https://www.mdpi.com/1996-1073/17/15/3659" TargetMode="External"/><Relationship Id="rId10" Type="http://schemas.openxmlformats.org/officeDocument/2006/relationships/hyperlink" Target="https://www.researchgate.net/figure/Pareto-front-distribution-of-the-optimization-problem_fig1_374617028" TargetMode="External"/><Relationship Id="rId4" Type="http://schemas.openxmlformats.org/officeDocument/2006/relationships/hyperlink" Target="https://www.fptindustrie.com/deu/" TargetMode="External"/><Relationship Id="rId9" Type="http://schemas.openxmlformats.org/officeDocument/2006/relationships/hyperlink" Target="https://blog.dailydoseofds.com/p/the-limitations-of-dbscan-clustering" TargetMode="Externa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13"/>
          <p:cNvSpPr txBox="1">
            <a:spLocks noGrp="1"/>
          </p:cNvSpPr>
          <p:nvPr>
            <p:ph type="subTitle" idx="1"/>
          </p:nvPr>
        </p:nvSpPr>
        <p:spPr>
          <a:xfrm>
            <a:off x="800176" y="1511499"/>
            <a:ext cx="6858001" cy="3736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</a:pPr>
            <a:r>
              <a:rPr lang="en-US" noProof="0" dirty="0">
                <a:latin typeface="+mn-lt"/>
              </a:rPr>
              <a:t>Presentation of Final Results</a:t>
            </a:r>
          </a:p>
        </p:txBody>
      </p:sp>
      <p:sp>
        <p:nvSpPr>
          <p:cNvPr id="186" name="Google Shape;186;p13"/>
          <p:cNvSpPr txBox="1">
            <a:spLocks noGrp="1"/>
          </p:cNvSpPr>
          <p:nvPr>
            <p:ph type="ctrTitle"/>
          </p:nvPr>
        </p:nvSpPr>
        <p:spPr>
          <a:xfrm>
            <a:off x="800176" y="1113959"/>
            <a:ext cx="6858001" cy="3975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91425" bIns="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98965"/>
              <a:buFont typeface="Arial"/>
              <a:buNone/>
            </a:pPr>
            <a:r>
              <a:rPr lang="en-US" noProof="0" dirty="0">
                <a:latin typeface="+mn-lt"/>
              </a:rPr>
              <a:t>Peak Detection in Time Series</a:t>
            </a: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98965"/>
              <a:buFont typeface="Arial"/>
              <a:buNone/>
            </a:pPr>
            <a:endParaRPr lang="en-US" noProof="0" dirty="0">
              <a:latin typeface="+mn-lt"/>
            </a:endParaRPr>
          </a:p>
        </p:txBody>
      </p:sp>
      <p:sp>
        <p:nvSpPr>
          <p:cNvPr id="187" name="Google Shape;187;p13"/>
          <p:cNvSpPr txBox="1"/>
          <p:nvPr/>
        </p:nvSpPr>
        <p:spPr>
          <a:xfrm>
            <a:off x="800662" y="2171650"/>
            <a:ext cx="5836200" cy="62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745" b="1" noProof="0" dirty="0">
                <a:solidFill>
                  <a:schemeClr val="dk1"/>
                </a:solidFill>
                <a:latin typeface="+mn-lt"/>
              </a:rPr>
              <a:t>Nestor Weidemann, Nathira Wijemanne</a:t>
            </a:r>
            <a:endParaRPr lang="en-US" noProof="0" dirty="0">
              <a:solidFill>
                <a:schemeClr val="dk1"/>
              </a:solidFill>
              <a:latin typeface="+mn-lt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1745" b="1" noProof="0" dirty="0">
              <a:solidFill>
                <a:schemeClr val="dk1"/>
              </a:solidFill>
              <a:latin typeface="+mn-lt"/>
            </a:endParaRPr>
          </a:p>
        </p:txBody>
      </p:sp>
      <p:sp>
        <p:nvSpPr>
          <p:cNvPr id="188" name="Google Shape;188;p13"/>
          <p:cNvSpPr txBox="1"/>
          <p:nvPr/>
        </p:nvSpPr>
        <p:spPr>
          <a:xfrm>
            <a:off x="800639" y="2683833"/>
            <a:ext cx="4859211" cy="77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Autonomous </a:t>
            </a:r>
            <a:r>
              <a:rPr lang="en-US" sz="1111" noProof="0" dirty="0" err="1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Multisensor</a:t>
            </a: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 Systems Group</a:t>
            </a:r>
            <a:endParaRPr lang="en-US" noProof="0" dirty="0">
              <a:latin typeface="+mn-lt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Institute for Intelligent Cooperating Systems</a:t>
            </a:r>
            <a:endParaRPr lang="en-US" noProof="0" dirty="0">
              <a:latin typeface="+mn-lt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Faculty of Computer Science</a:t>
            </a:r>
            <a:endParaRPr lang="en-US" noProof="0" dirty="0">
              <a:latin typeface="+mn-lt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Otto von Guericke University Magdeburg</a:t>
            </a:r>
            <a:endParaRPr lang="en-US" noProof="0" dirty="0">
              <a:latin typeface="+mn-lt"/>
            </a:endParaRPr>
          </a:p>
        </p:txBody>
      </p:sp>
      <p:sp>
        <p:nvSpPr>
          <p:cNvPr id="189" name="Google Shape;189;p13"/>
          <p:cNvSpPr txBox="1"/>
          <p:nvPr/>
        </p:nvSpPr>
        <p:spPr>
          <a:xfrm>
            <a:off x="800639" y="3621390"/>
            <a:ext cx="4859211" cy="263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noProof="0" dirty="0">
                <a:solidFill>
                  <a:schemeClr val="dk1"/>
                </a:solidFill>
                <a:latin typeface="+mn-lt"/>
              </a:rPr>
              <a:t>16.09.2025</a:t>
            </a:r>
            <a:endParaRPr lang="en-US" noProof="0" dirty="0">
              <a:latin typeface="+mn-l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>
          <a:extLst>
            <a:ext uri="{FF2B5EF4-FFF2-40B4-BE49-F238E27FC236}">
              <a16:creationId xmlns:a16="http://schemas.microsoft.com/office/drawing/2014/main" id="{C680B5C4-7A90-0138-37CA-B5E3178E58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Diagramm 5">
            <a:extLst>
              <a:ext uri="{FF2B5EF4-FFF2-40B4-BE49-F238E27FC236}">
                <a16:creationId xmlns:a16="http://schemas.microsoft.com/office/drawing/2014/main" id="{49F2518E-09E2-136D-6C0A-537E7B38620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8877637"/>
              </p:ext>
            </p:extLst>
          </p:nvPr>
        </p:nvGraphicFramePr>
        <p:xfrm>
          <a:off x="719998" y="825191"/>
          <a:ext cx="7704000" cy="29548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AC130F60-02D6-0247-AADE-50E57B67276D}"/>
              </a:ext>
            </a:extLst>
          </p:cNvPr>
          <p:cNvCxnSpPr>
            <a:cxnSpLocks/>
          </p:cNvCxnSpPr>
          <p:nvPr/>
        </p:nvCxnSpPr>
        <p:spPr>
          <a:xfrm flipH="1">
            <a:off x="0" y="535471"/>
            <a:ext cx="9144000" cy="0"/>
          </a:xfrm>
          <a:prstGeom prst="line">
            <a:avLst/>
          </a:prstGeom>
          <a:ln w="19050">
            <a:solidFill>
              <a:srgbClr val="0068B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Google Shape;206;p15">
            <a:extLst>
              <a:ext uri="{FF2B5EF4-FFF2-40B4-BE49-F238E27FC236}">
                <a16:creationId xmlns:a16="http://schemas.microsoft.com/office/drawing/2014/main" id="{AD076646-8038-E5EB-45D1-DCC3CE8748F6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A86999ED-3D71-175E-7396-CB6550AC2F90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2</a:t>
            </a:fld>
            <a:r>
              <a:rPr lang="en-US" noProof="0" dirty="0"/>
              <a:t> / 39</a:t>
            </a:r>
          </a:p>
        </p:txBody>
      </p:sp>
    </p:spTree>
    <p:extLst>
      <p:ext uri="{BB962C8B-B14F-4D97-AF65-F5344CB8AC3E}">
        <p14:creationId xmlns:p14="http://schemas.microsoft.com/office/powerpoint/2010/main" val="9887829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22;p17">
            <a:extLst>
              <a:ext uri="{FF2B5EF4-FFF2-40B4-BE49-F238E27FC236}">
                <a16:creationId xmlns:a16="http://schemas.microsoft.com/office/drawing/2014/main" id="{B2B1B41A-FF19-2F03-7A49-C8D2563315E7}"/>
              </a:ext>
            </a:extLst>
          </p:cNvPr>
          <p:cNvSpPr txBox="1">
            <a:spLocks/>
          </p:cNvSpPr>
          <p:nvPr/>
        </p:nvSpPr>
        <p:spPr>
          <a:xfrm>
            <a:off x="359999" y="752812"/>
            <a:ext cx="8424000" cy="36378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>
              <a:lnSpc>
                <a:spcPct val="95000"/>
              </a:lnSpc>
              <a:spcBef>
                <a:spcPts val="1200"/>
              </a:spcBef>
              <a:buFont typeface="Arial"/>
              <a:buNone/>
            </a:pPr>
            <a:r>
              <a:rPr lang="en-US" sz="17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Motivation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Sustainability</a:t>
            </a:r>
            <a:r>
              <a:rPr lang="en-US" sz="17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energy efficiency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dirty="0">
                <a:latin typeface="+mn-lt"/>
              </a:rPr>
              <a:t>Computer Numerical Control </a:t>
            </a:r>
            <a:r>
              <a:rPr lang="en-US" sz="1700" dirty="0"/>
              <a:t>(</a:t>
            </a:r>
            <a:r>
              <a:rPr lang="en-US" sz="17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CNC) machines are widely used in modern manufacturing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noProof="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4CD1593C-8847-F457-80C6-94416607D694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11" name="Gruppieren 10">
              <a:extLst>
                <a:ext uri="{FF2B5EF4-FFF2-40B4-BE49-F238E27FC236}">
                  <a16:creationId xmlns:a16="http://schemas.microsoft.com/office/drawing/2014/main" id="{96E465E3-518E-80CE-D6D3-CF1326BA82FB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13" name="Richtungspfeil 33">
                <a:extLst>
                  <a:ext uri="{FF2B5EF4-FFF2-40B4-BE49-F238E27FC236}">
                    <a16:creationId xmlns:a16="http://schemas.microsoft.com/office/drawing/2014/main" id="{E44A0664-51C6-56EA-2DA9-A8E0EB7A9B84}"/>
                  </a:ext>
                </a:extLst>
              </p:cNvPr>
              <p:cNvSpPr/>
              <p:nvPr/>
            </p:nvSpPr>
            <p:spPr>
              <a:xfrm>
                <a:off x="958348" y="787644"/>
                <a:ext cx="2369643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 Introduction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14" name="Eingekerbter Richtungspfeil 1">
                <a:extLst>
                  <a:ext uri="{FF2B5EF4-FFF2-40B4-BE49-F238E27FC236}">
                    <a16:creationId xmlns:a16="http://schemas.microsoft.com/office/drawing/2014/main" id="{C5411DE1-DA48-8711-5BA1-F478E37AC0A3}"/>
                  </a:ext>
                </a:extLst>
              </p:cNvPr>
              <p:cNvSpPr/>
              <p:nvPr/>
            </p:nvSpPr>
            <p:spPr>
              <a:xfrm>
                <a:off x="3333216" y="787644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5" name="Eingekerbter Richtungspfeil 10">
                <a:extLst>
                  <a:ext uri="{FF2B5EF4-FFF2-40B4-BE49-F238E27FC236}">
                    <a16:creationId xmlns:a16="http://schemas.microsoft.com/office/drawing/2014/main" id="{24DEBE39-D3B2-C790-A707-EAC919383251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6" name="Eingekerbter Richtungspfeil 11">
                <a:extLst>
                  <a:ext uri="{FF2B5EF4-FFF2-40B4-BE49-F238E27FC236}">
                    <a16:creationId xmlns:a16="http://schemas.microsoft.com/office/drawing/2014/main" id="{F9BE50DB-6172-CD6D-D255-BE3B1F3CAC79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12" name="Eingekerbter Richtungspfeil 11">
              <a:extLst>
                <a:ext uri="{FF2B5EF4-FFF2-40B4-BE49-F238E27FC236}">
                  <a16:creationId xmlns:a16="http://schemas.microsoft.com/office/drawing/2014/main" id="{AFB0A36E-CC78-C8DC-DE32-1CC62C644CD2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7" name="Google Shape;206;p15">
            <a:extLst>
              <a:ext uri="{FF2B5EF4-FFF2-40B4-BE49-F238E27FC236}">
                <a16:creationId xmlns:a16="http://schemas.microsoft.com/office/drawing/2014/main" id="{524D1128-E8A1-A243-7C38-3E0B08F413D5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18" name="Foliennummernplatzhalter 17">
            <a:extLst>
              <a:ext uri="{FF2B5EF4-FFF2-40B4-BE49-F238E27FC236}">
                <a16:creationId xmlns:a16="http://schemas.microsoft.com/office/drawing/2014/main" id="{3B370674-6578-7597-9125-F9A763FD2E3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</a:t>
            </a:fld>
            <a:r>
              <a:rPr lang="en-US" noProof="0" dirty="0"/>
              <a:t> / 39</a:t>
            </a:r>
          </a:p>
        </p:txBody>
      </p:sp>
      <p:pic>
        <p:nvPicPr>
          <p:cNvPr id="1030" name="Picture 6" descr="3D printing vs. CNC machining: Which is better for prototyping and end-use  parts? | Protolabs Network">
            <a:extLst>
              <a:ext uri="{FF2B5EF4-FFF2-40B4-BE49-F238E27FC236}">
                <a16:creationId xmlns:a16="http://schemas.microsoft.com/office/drawing/2014/main" id="{09EFA87F-A367-EA23-E886-C287978357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03274" y="2179781"/>
            <a:ext cx="3537451" cy="22109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697A7E04-1BE4-7200-F6B1-AEE4B338E8C0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[1]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0EC829C7-1019-23DC-3ABC-ABCC307D9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3329BFCD-EE8A-EC84-7F89-3938F51B6764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2195233"/>
            <a:ext cx="5458910" cy="18189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Consequences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Stress on the drive electronics, leading to a reduced motor lifespan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Increase in energy consumption</a:t>
            </a:r>
          </a:p>
        </p:txBody>
      </p:sp>
      <p:sp>
        <p:nvSpPr>
          <p:cNvPr id="2" name="Google Shape;222;p17">
            <a:extLst>
              <a:ext uri="{FF2B5EF4-FFF2-40B4-BE49-F238E27FC236}">
                <a16:creationId xmlns:a16="http://schemas.microsoft.com/office/drawing/2014/main" id="{FFB46598-C77E-2422-C7CE-015FD1107BD1}"/>
              </a:ext>
            </a:extLst>
          </p:cNvPr>
          <p:cNvSpPr txBox="1">
            <a:spLocks/>
          </p:cNvSpPr>
          <p:nvPr/>
        </p:nvSpPr>
        <p:spPr>
          <a:xfrm>
            <a:off x="359999" y="752811"/>
            <a:ext cx="8424000" cy="18189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>
              <a:lnSpc>
                <a:spcPct val="95000"/>
              </a:lnSpc>
              <a:spcBef>
                <a:spcPts val="1200"/>
              </a:spcBef>
              <a:buFont typeface="Arial"/>
              <a:buNone/>
            </a:pPr>
            <a:r>
              <a:rPr lang="en-US" sz="17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Problem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Sudden power surges can occur in the motor current of a milling machine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E78CA870-58CA-3A5C-5AED-C011D3CFBE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40582" y="2318372"/>
            <a:ext cx="2743417" cy="1572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64DBCBA1-8820-3422-5EA4-7067B4D4A08E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11" name="Gruppieren 10">
              <a:extLst>
                <a:ext uri="{FF2B5EF4-FFF2-40B4-BE49-F238E27FC236}">
                  <a16:creationId xmlns:a16="http://schemas.microsoft.com/office/drawing/2014/main" id="{E58E4AB1-353D-018C-2F37-CE9C0D83D0A8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13" name="Richtungspfeil 33">
                <a:extLst>
                  <a:ext uri="{FF2B5EF4-FFF2-40B4-BE49-F238E27FC236}">
                    <a16:creationId xmlns:a16="http://schemas.microsoft.com/office/drawing/2014/main" id="{F149A797-460C-33F3-F8B7-86799521BC58}"/>
                  </a:ext>
                </a:extLst>
              </p:cNvPr>
              <p:cNvSpPr/>
              <p:nvPr/>
            </p:nvSpPr>
            <p:spPr>
              <a:xfrm>
                <a:off x="958348" y="787644"/>
                <a:ext cx="2369643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 Introduction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14" name="Eingekerbter Richtungspfeil 1">
                <a:extLst>
                  <a:ext uri="{FF2B5EF4-FFF2-40B4-BE49-F238E27FC236}">
                    <a16:creationId xmlns:a16="http://schemas.microsoft.com/office/drawing/2014/main" id="{82BA364F-0E0E-42DF-503C-EF5DECFAFDB4}"/>
                  </a:ext>
                </a:extLst>
              </p:cNvPr>
              <p:cNvSpPr/>
              <p:nvPr/>
            </p:nvSpPr>
            <p:spPr>
              <a:xfrm>
                <a:off x="3333216" y="787644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5" name="Eingekerbter Richtungspfeil 10">
                <a:extLst>
                  <a:ext uri="{FF2B5EF4-FFF2-40B4-BE49-F238E27FC236}">
                    <a16:creationId xmlns:a16="http://schemas.microsoft.com/office/drawing/2014/main" id="{ED3A06D9-32CA-6BF0-6E51-8BE4FC72E958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6" name="Eingekerbter Richtungspfeil 11">
                <a:extLst>
                  <a:ext uri="{FF2B5EF4-FFF2-40B4-BE49-F238E27FC236}">
                    <a16:creationId xmlns:a16="http://schemas.microsoft.com/office/drawing/2014/main" id="{247D5839-A9A1-220D-F57C-D33ABDC9BB4C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12" name="Eingekerbter Richtungspfeil 11">
              <a:extLst>
                <a:ext uri="{FF2B5EF4-FFF2-40B4-BE49-F238E27FC236}">
                  <a16:creationId xmlns:a16="http://schemas.microsoft.com/office/drawing/2014/main" id="{93603169-871B-FC37-D9C9-5EF13BB4DB35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7" name="Google Shape;206;p15">
            <a:extLst>
              <a:ext uri="{FF2B5EF4-FFF2-40B4-BE49-F238E27FC236}">
                <a16:creationId xmlns:a16="http://schemas.microsoft.com/office/drawing/2014/main" id="{1744C4EF-0AAB-5D8B-3361-4C28EACB4C9C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18" name="Foliennummernplatzhalter 17">
            <a:extLst>
              <a:ext uri="{FF2B5EF4-FFF2-40B4-BE49-F238E27FC236}">
                <a16:creationId xmlns:a16="http://schemas.microsoft.com/office/drawing/2014/main" id="{1DA5372C-EE78-CAED-ABAD-EAF869322E70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4</a:t>
            </a:fld>
            <a:r>
              <a:rPr lang="en-US" noProof="0" dirty="0"/>
              <a:t> / 39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196E11A9-E81D-1CD2-F116-447F2CC8638D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[2]</a:t>
            </a:r>
          </a:p>
        </p:txBody>
      </p:sp>
    </p:spTree>
    <p:extLst>
      <p:ext uri="{BB962C8B-B14F-4D97-AF65-F5344CB8AC3E}">
        <p14:creationId xmlns:p14="http://schemas.microsoft.com/office/powerpoint/2010/main" val="42508085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5"/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US" sz="1700" noProof="0" dirty="0">
                <a:latin typeface="+mn-lt"/>
              </a:rPr>
              <a:t>Task</a:t>
            </a:r>
          </a:p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700"/>
              <a:buChar char="•"/>
            </a:pPr>
            <a:r>
              <a:rPr lang="en-US" sz="1700" noProof="0" dirty="0">
                <a:latin typeface="+mn-lt"/>
              </a:rPr>
              <a:t>Implement and compare different approaches for peak detection</a:t>
            </a:r>
          </a:p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lang="en-US" sz="1700" noProof="0" dirty="0">
              <a:latin typeface="+mn-lt"/>
            </a:endParaRPr>
          </a:p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lang="en-US" sz="1700" noProof="0" dirty="0">
              <a:latin typeface="+mn-lt"/>
            </a:endParaRPr>
          </a:p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US" sz="1700" noProof="0" dirty="0">
                <a:latin typeface="+mn-lt"/>
              </a:rPr>
              <a:t>Goal</a:t>
            </a:r>
          </a:p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700"/>
              <a:buChar char="•"/>
            </a:pPr>
            <a:r>
              <a:rPr lang="en-US" sz="1700" noProof="0" dirty="0">
                <a:latin typeface="+mn-lt"/>
              </a:rPr>
              <a:t>Identify sudden power surges</a:t>
            </a:r>
          </a:p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700"/>
              <a:buChar char="•"/>
            </a:pPr>
            <a:r>
              <a:rPr lang="en-US" sz="1700" noProof="0" dirty="0">
                <a:latin typeface="+mn-lt"/>
              </a:rPr>
              <a:t>Detect anomalies or inefficiencies</a:t>
            </a:r>
          </a:p>
        </p:txBody>
      </p:sp>
      <p:pic>
        <p:nvPicPr>
          <p:cNvPr id="2052" name="Picture 4" descr="A Review on Recent Advances in the Energy Efficiency of Machining Processes for Sustainability">
            <a:extLst>
              <a:ext uri="{FF2B5EF4-FFF2-40B4-BE49-F238E27FC236}">
                <a16:creationId xmlns:a16="http://schemas.microsoft.com/office/drawing/2014/main" id="{4156BD4C-6256-A24B-FCA8-36C30C5956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1170" y="1826952"/>
            <a:ext cx="3261467" cy="26328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3FCC2789-93C4-E14D-74B1-D5745C6104C8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13" name="Gruppieren 12">
              <a:extLst>
                <a:ext uri="{FF2B5EF4-FFF2-40B4-BE49-F238E27FC236}">
                  <a16:creationId xmlns:a16="http://schemas.microsoft.com/office/drawing/2014/main" id="{8B4B1652-F2C6-251D-C801-9211278635C4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15" name="Richtungspfeil 33">
                <a:extLst>
                  <a:ext uri="{FF2B5EF4-FFF2-40B4-BE49-F238E27FC236}">
                    <a16:creationId xmlns:a16="http://schemas.microsoft.com/office/drawing/2014/main" id="{DA4D6300-7165-CF3C-B91B-52DCB8BC44F9}"/>
                  </a:ext>
                </a:extLst>
              </p:cNvPr>
              <p:cNvSpPr/>
              <p:nvPr/>
            </p:nvSpPr>
            <p:spPr>
              <a:xfrm>
                <a:off x="958348" y="787644"/>
                <a:ext cx="2369643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 Introduction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16" name="Eingekerbter Richtungspfeil 1">
                <a:extLst>
                  <a:ext uri="{FF2B5EF4-FFF2-40B4-BE49-F238E27FC236}">
                    <a16:creationId xmlns:a16="http://schemas.microsoft.com/office/drawing/2014/main" id="{6AA8A506-99D9-7F05-D5CE-33F6BF3750DF}"/>
                  </a:ext>
                </a:extLst>
              </p:cNvPr>
              <p:cNvSpPr/>
              <p:nvPr/>
            </p:nvSpPr>
            <p:spPr>
              <a:xfrm>
                <a:off x="3333216" y="787644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7" name="Eingekerbter Richtungspfeil 10">
                <a:extLst>
                  <a:ext uri="{FF2B5EF4-FFF2-40B4-BE49-F238E27FC236}">
                    <a16:creationId xmlns:a16="http://schemas.microsoft.com/office/drawing/2014/main" id="{392974A0-DA25-B7BA-45B1-D35DF44FAEB6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8" name="Eingekerbter Richtungspfeil 11">
                <a:extLst>
                  <a:ext uri="{FF2B5EF4-FFF2-40B4-BE49-F238E27FC236}">
                    <a16:creationId xmlns:a16="http://schemas.microsoft.com/office/drawing/2014/main" id="{3F117BAC-7091-99CF-8DC4-BCBD99044E43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14" name="Eingekerbter Richtungspfeil 11">
              <a:extLst>
                <a:ext uri="{FF2B5EF4-FFF2-40B4-BE49-F238E27FC236}">
                  <a16:creationId xmlns:a16="http://schemas.microsoft.com/office/drawing/2014/main" id="{29286F60-71BF-7038-7018-369D8246B03C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9" name="Google Shape;206;p15">
            <a:extLst>
              <a:ext uri="{FF2B5EF4-FFF2-40B4-BE49-F238E27FC236}">
                <a16:creationId xmlns:a16="http://schemas.microsoft.com/office/drawing/2014/main" id="{B7EFE994-E3F1-F2F1-CE9D-46A2957A0E6F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20" name="Foliennummernplatzhalter 19">
            <a:extLst>
              <a:ext uri="{FF2B5EF4-FFF2-40B4-BE49-F238E27FC236}">
                <a16:creationId xmlns:a16="http://schemas.microsoft.com/office/drawing/2014/main" id="{4A3A731A-6D1A-AFDE-78A7-41DB5C75F01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5</a:t>
            </a:fld>
            <a:r>
              <a:rPr lang="en-US" noProof="0" dirty="0"/>
              <a:t> / 39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B5EA6ADE-A8CB-19B1-467D-84BEAA261371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[3]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>
          <a:extLst>
            <a:ext uri="{FF2B5EF4-FFF2-40B4-BE49-F238E27FC236}">
              <a16:creationId xmlns:a16="http://schemas.microsoft.com/office/drawing/2014/main" id="{AFBA6E69-58C3-342A-B77B-F35FC1E142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5">
            <a:extLst>
              <a:ext uri="{FF2B5EF4-FFF2-40B4-BE49-F238E27FC236}">
                <a16:creationId xmlns:a16="http://schemas.microsoft.com/office/drawing/2014/main" id="{1DC1D613-7FD8-D237-73C2-B72A8E6F6DDE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US" sz="1700" noProof="0" dirty="0">
                <a:latin typeface="+mn-lt"/>
              </a:rPr>
              <a:t>Analysis of peak characteristics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  <a:buSzPts val="1100"/>
            </a:pPr>
            <a:endParaRPr lang="en-US" sz="1700" noProof="0" dirty="0">
              <a:latin typeface="+mn-lt"/>
            </a:endParaRPr>
          </a:p>
        </p:txBody>
      </p:sp>
      <p:pic>
        <p:nvPicPr>
          <p:cNvPr id="3" name="Grafik 2" descr="Ein Bild, das Text, Reihe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078571E8-4E3D-8867-81DD-66DE49A0C5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999" y="1362730"/>
            <a:ext cx="3238544" cy="1380470"/>
          </a:xfrm>
          <a:prstGeom prst="rect">
            <a:avLst/>
          </a:prstGeom>
        </p:spPr>
      </p:pic>
      <p:pic>
        <p:nvPicPr>
          <p:cNvPr id="5" name="Grafik 4" descr="Ein Bild, das Reihe, Diagramm, Text, parallel enthält.&#10;&#10;KI-generierte Inhalte können fehlerhaft sein.">
            <a:extLst>
              <a:ext uri="{FF2B5EF4-FFF2-40B4-BE49-F238E27FC236}">
                <a16:creationId xmlns:a16="http://schemas.microsoft.com/office/drawing/2014/main" id="{8694FF82-1FE3-4E59-C7A2-AC43D13D28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9998" y="3002208"/>
            <a:ext cx="3237055" cy="1380470"/>
          </a:xfrm>
          <a:prstGeom prst="rect">
            <a:avLst/>
          </a:prstGeom>
        </p:spPr>
      </p:pic>
      <p:pic>
        <p:nvPicPr>
          <p:cNvPr id="7" name="Grafik 6" descr="Ein Bild, das Reihe, Diagramm, Text, Zahl enthält.&#10;&#10;KI-generierte Inhalte können fehlerhaft sein.">
            <a:extLst>
              <a:ext uri="{FF2B5EF4-FFF2-40B4-BE49-F238E27FC236}">
                <a16:creationId xmlns:a16="http://schemas.microsoft.com/office/drawing/2014/main" id="{C8C955F4-1FB3-C6B1-19AB-37D7999D78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6551" y="1362730"/>
            <a:ext cx="3238543" cy="1380471"/>
          </a:xfrm>
          <a:prstGeom prst="rect">
            <a:avLst/>
          </a:prstGeom>
        </p:spPr>
      </p:pic>
      <p:pic>
        <p:nvPicPr>
          <p:cNvPr id="9" name="Grafik 8" descr="Ein Bild, das Text, Reihe, Diagramm, parallel enthält.&#10;&#10;KI-generierte Inhalte können fehlerhaft sein.">
            <a:extLst>
              <a:ext uri="{FF2B5EF4-FFF2-40B4-BE49-F238E27FC236}">
                <a16:creationId xmlns:a16="http://schemas.microsoft.com/office/drawing/2014/main" id="{B891B9E8-5892-814A-E3A5-E9894A9B8D2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65062" y="3002208"/>
            <a:ext cx="3237055" cy="1364945"/>
          </a:xfrm>
          <a:prstGeom prst="rect">
            <a:avLst/>
          </a:prstGeom>
        </p:spPr>
      </p:pic>
      <p:sp>
        <p:nvSpPr>
          <p:cNvPr id="11" name="Rechteck 10">
            <a:extLst>
              <a:ext uri="{FF2B5EF4-FFF2-40B4-BE49-F238E27FC236}">
                <a16:creationId xmlns:a16="http://schemas.microsoft.com/office/drawing/2014/main" id="{60962D1A-CF1E-F056-4FC3-52A1C1A0B8FE}"/>
              </a:ext>
            </a:extLst>
          </p:cNvPr>
          <p:cNvSpPr/>
          <p:nvPr/>
        </p:nvSpPr>
        <p:spPr>
          <a:xfrm>
            <a:off x="2749550" y="3062578"/>
            <a:ext cx="241300" cy="1182030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E6315B3A-0D59-00EA-DCE1-8E17C3AB36A6}"/>
              </a:ext>
            </a:extLst>
          </p:cNvPr>
          <p:cNvSpPr/>
          <p:nvPr/>
        </p:nvSpPr>
        <p:spPr>
          <a:xfrm>
            <a:off x="1069181" y="1402556"/>
            <a:ext cx="83344" cy="1197764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A1A92B2E-3D35-638F-4AE1-D731630CE0B9}"/>
              </a:ext>
            </a:extLst>
          </p:cNvPr>
          <p:cNvCxnSpPr>
            <a:cxnSpLocks/>
          </p:cNvCxnSpPr>
          <p:nvPr/>
        </p:nvCxnSpPr>
        <p:spPr>
          <a:xfrm flipV="1">
            <a:off x="1152525" y="2417128"/>
            <a:ext cx="3669027" cy="7434"/>
          </a:xfrm>
          <a:prstGeom prst="straightConnector1">
            <a:avLst/>
          </a:prstGeom>
          <a:ln w="19050">
            <a:solidFill>
              <a:srgbClr val="FFC000"/>
            </a:solidFill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9E2926F3-3915-F957-BED3-879D55DBFD59}"/>
              </a:ext>
            </a:extLst>
          </p:cNvPr>
          <p:cNvCxnSpPr>
            <a:cxnSpLocks/>
          </p:cNvCxnSpPr>
          <p:nvPr/>
        </p:nvCxnSpPr>
        <p:spPr>
          <a:xfrm>
            <a:off x="2990850" y="3959714"/>
            <a:ext cx="1874212" cy="0"/>
          </a:xfrm>
          <a:prstGeom prst="straightConnector1">
            <a:avLst/>
          </a:prstGeom>
          <a:ln w="19050">
            <a:solidFill>
              <a:srgbClr val="FFC000"/>
            </a:solidFill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0F2C406F-CC76-2E30-34D5-6BCA751A4E5D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20" name="Gruppieren 19">
              <a:extLst>
                <a:ext uri="{FF2B5EF4-FFF2-40B4-BE49-F238E27FC236}">
                  <a16:creationId xmlns:a16="http://schemas.microsoft.com/office/drawing/2014/main" id="{510343FB-D714-DDAE-1C24-7941E117648D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22" name="Richtungspfeil 33">
                <a:extLst>
                  <a:ext uri="{FF2B5EF4-FFF2-40B4-BE49-F238E27FC236}">
                    <a16:creationId xmlns:a16="http://schemas.microsoft.com/office/drawing/2014/main" id="{A3096361-9B28-D621-9EBB-CE47DF71A47F}"/>
                  </a:ext>
                </a:extLst>
              </p:cNvPr>
              <p:cNvSpPr/>
              <p:nvPr/>
            </p:nvSpPr>
            <p:spPr>
              <a:xfrm>
                <a:off x="958348" y="787644"/>
                <a:ext cx="2369643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 Introduction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23" name="Eingekerbter Richtungspfeil 1">
                <a:extLst>
                  <a:ext uri="{FF2B5EF4-FFF2-40B4-BE49-F238E27FC236}">
                    <a16:creationId xmlns:a16="http://schemas.microsoft.com/office/drawing/2014/main" id="{73C8058C-9E61-F90B-DF3D-D906ECB02FD6}"/>
                  </a:ext>
                </a:extLst>
              </p:cNvPr>
              <p:cNvSpPr/>
              <p:nvPr/>
            </p:nvSpPr>
            <p:spPr>
              <a:xfrm>
                <a:off x="3333216" y="787644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24" name="Eingekerbter Richtungspfeil 10">
                <a:extLst>
                  <a:ext uri="{FF2B5EF4-FFF2-40B4-BE49-F238E27FC236}">
                    <a16:creationId xmlns:a16="http://schemas.microsoft.com/office/drawing/2014/main" id="{983DD6FD-ADD8-653D-8A86-DB4C508FDC1B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25" name="Eingekerbter Richtungspfeil 11">
                <a:extLst>
                  <a:ext uri="{FF2B5EF4-FFF2-40B4-BE49-F238E27FC236}">
                    <a16:creationId xmlns:a16="http://schemas.microsoft.com/office/drawing/2014/main" id="{1EBCB220-7A38-9CA3-6661-AAC8DBB2013C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21" name="Eingekerbter Richtungspfeil 11">
              <a:extLst>
                <a:ext uri="{FF2B5EF4-FFF2-40B4-BE49-F238E27FC236}">
                  <a16:creationId xmlns:a16="http://schemas.microsoft.com/office/drawing/2014/main" id="{4E5D29CA-3CD2-4400-E319-2C0B9B24A732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26" name="Google Shape;206;p15">
            <a:extLst>
              <a:ext uri="{FF2B5EF4-FFF2-40B4-BE49-F238E27FC236}">
                <a16:creationId xmlns:a16="http://schemas.microsoft.com/office/drawing/2014/main" id="{F8D80387-6D52-E0E3-5B8C-3C083F3D8654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27" name="Foliennummernplatzhalter 26">
            <a:extLst>
              <a:ext uri="{FF2B5EF4-FFF2-40B4-BE49-F238E27FC236}">
                <a16:creationId xmlns:a16="http://schemas.microsoft.com/office/drawing/2014/main" id="{4C02A5D6-2116-946B-7BA0-53CC5E35A48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6</a:t>
            </a:fld>
            <a:r>
              <a:rPr lang="en-US" noProof="0" dirty="0"/>
              <a:t> / 39</a:t>
            </a:r>
          </a:p>
        </p:txBody>
      </p:sp>
    </p:spTree>
    <p:extLst>
      <p:ext uri="{BB962C8B-B14F-4D97-AF65-F5344CB8AC3E}">
        <p14:creationId xmlns:p14="http://schemas.microsoft.com/office/powerpoint/2010/main" val="8079979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>
          <a:extLst>
            <a:ext uri="{FF2B5EF4-FFF2-40B4-BE49-F238E27FC236}">
              <a16:creationId xmlns:a16="http://schemas.microsoft.com/office/drawing/2014/main" id="{9B3728D0-374F-D5AC-A5ED-FA116D62A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Diagramm 5">
            <a:extLst>
              <a:ext uri="{FF2B5EF4-FFF2-40B4-BE49-F238E27FC236}">
                <a16:creationId xmlns:a16="http://schemas.microsoft.com/office/drawing/2014/main" id="{9ABCD404-DA33-FB50-9BA9-EE291F83ABF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92179500"/>
              </p:ext>
            </p:extLst>
          </p:nvPr>
        </p:nvGraphicFramePr>
        <p:xfrm>
          <a:off x="719998" y="825191"/>
          <a:ext cx="7704000" cy="29548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5A85E2A2-1A53-977E-CEFC-F0B5AF5E8C22}"/>
              </a:ext>
            </a:extLst>
          </p:cNvPr>
          <p:cNvCxnSpPr>
            <a:cxnSpLocks/>
          </p:cNvCxnSpPr>
          <p:nvPr/>
        </p:nvCxnSpPr>
        <p:spPr>
          <a:xfrm flipH="1">
            <a:off x="0" y="535471"/>
            <a:ext cx="9144000" cy="0"/>
          </a:xfrm>
          <a:prstGeom prst="line">
            <a:avLst/>
          </a:prstGeom>
          <a:ln w="19050">
            <a:solidFill>
              <a:srgbClr val="0068B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02F2C1E0-B63D-2CAF-5707-A56688E45CB5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FA7A9ED-6A1F-6888-3B7D-DD7FAC6E844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7</a:t>
            </a:fld>
            <a:r>
              <a:rPr lang="en-US" noProof="0" dirty="0"/>
              <a:t> / 39</a:t>
            </a:r>
          </a:p>
        </p:txBody>
      </p:sp>
    </p:spTree>
    <p:extLst>
      <p:ext uri="{BB962C8B-B14F-4D97-AF65-F5344CB8AC3E}">
        <p14:creationId xmlns:p14="http://schemas.microsoft.com/office/powerpoint/2010/main" val="19745217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25C34C0E-EE6D-6A01-04C3-49ED16174E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hteck 21">
            <a:extLst>
              <a:ext uri="{FF2B5EF4-FFF2-40B4-BE49-F238E27FC236}">
                <a16:creationId xmlns:a16="http://schemas.microsoft.com/office/drawing/2014/main" id="{AB736A43-6AF7-C410-7611-79957551EB0B}"/>
              </a:ext>
            </a:extLst>
          </p:cNvPr>
          <p:cNvSpPr/>
          <p:nvPr/>
        </p:nvSpPr>
        <p:spPr>
          <a:xfrm>
            <a:off x="4930138" y="923471"/>
            <a:ext cx="3853856" cy="564595"/>
          </a:xfrm>
          <a:prstGeom prst="rect">
            <a:avLst/>
          </a:prstGeom>
          <a:solidFill>
            <a:srgbClr val="0068B4"/>
          </a:solidFill>
          <a:ln w="19050">
            <a:solidFill>
              <a:srgbClr val="006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00" noProof="0" dirty="0"/>
              <a:t>Multivariate (and non-linear) methods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B504EAE7-AAEB-796A-8A45-04703C454793}"/>
              </a:ext>
            </a:extLst>
          </p:cNvPr>
          <p:cNvSpPr/>
          <p:nvPr/>
        </p:nvSpPr>
        <p:spPr>
          <a:xfrm>
            <a:off x="359997" y="923471"/>
            <a:ext cx="3853856" cy="564595"/>
          </a:xfrm>
          <a:prstGeom prst="rect">
            <a:avLst/>
          </a:prstGeom>
          <a:solidFill>
            <a:srgbClr val="0068B4"/>
          </a:solidFill>
          <a:ln w="19050">
            <a:solidFill>
              <a:srgbClr val="006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00" noProof="0" dirty="0">
                <a:solidFill>
                  <a:schemeClr val="bg1"/>
                </a:solidFill>
              </a:rPr>
              <a:t>Univariate (and linear) methods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27F6CCF1-0DAA-4FCB-BA56-26671D126791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C2517815-8F64-3896-001B-61B5A3CD10FC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2C70BF41-01CB-8874-A794-AACEB38C6F08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6A644002-6B8D-96F1-793B-9A51E87F2B30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FDE0BD5B-0F87-23C6-DFD2-5B54EBF90768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B701F7CF-30EF-489B-BDE8-5378F811DD0C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F7445E7A-48D5-9517-76A0-BF216776A275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E76FB488-FBF9-B14E-1E99-E533B147B32A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841E4883-B06D-D94F-1B19-0777A22FFEA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8</a:t>
            </a:fld>
            <a:r>
              <a:rPr lang="en-US" noProof="0" dirty="0"/>
              <a:t> / 39</a:t>
            </a:r>
          </a:p>
        </p:txBody>
      </p:sp>
      <p:sp>
        <p:nvSpPr>
          <p:cNvPr id="24" name="Google Shape;222;p17">
            <a:extLst>
              <a:ext uri="{FF2B5EF4-FFF2-40B4-BE49-F238E27FC236}">
                <a16:creationId xmlns:a16="http://schemas.microsoft.com/office/drawing/2014/main" id="{C7FF8C8F-282E-8F6E-AE8A-B2EB383D89F9}"/>
              </a:ext>
            </a:extLst>
          </p:cNvPr>
          <p:cNvSpPr txBox="1">
            <a:spLocks/>
          </p:cNvSpPr>
          <p:nvPr/>
        </p:nvSpPr>
        <p:spPr>
          <a:xfrm>
            <a:off x="359999" y="1488066"/>
            <a:ext cx="3853854" cy="2072640"/>
          </a:xfrm>
          <a:prstGeom prst="rect">
            <a:avLst/>
          </a:prstGeom>
          <a:noFill/>
          <a:ln w="19050">
            <a:solidFill>
              <a:srgbClr val="0068B4"/>
            </a:solidFill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Threshold-Based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Moving</a:t>
            </a:r>
            <a:r>
              <a:rPr lang="en-US" sz="1700" dirty="0">
                <a:latin typeface="+mn-lt"/>
              </a:rPr>
              <a:t>-</a:t>
            </a:r>
            <a:r>
              <a:rPr lang="en-US" sz="1700" noProof="0" dirty="0">
                <a:latin typeface="+mn-lt"/>
              </a:rPr>
              <a:t>Average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Wavelet Transform</a:t>
            </a:r>
          </a:p>
          <a:p>
            <a:pPr marL="118800" indent="0">
              <a:lnSpc>
                <a:spcPct val="95000"/>
              </a:lnSpc>
              <a:spcBef>
                <a:spcPts val="1200"/>
              </a:spcBef>
              <a:buFont typeface="Arial"/>
              <a:buNone/>
            </a:pPr>
            <a:endParaRPr lang="en-US" sz="1700" noProof="0" dirty="0">
              <a:latin typeface="+mn-lt"/>
            </a:endParaRPr>
          </a:p>
        </p:txBody>
      </p:sp>
      <p:sp>
        <p:nvSpPr>
          <p:cNvPr id="25" name="Google Shape;222;p17">
            <a:extLst>
              <a:ext uri="{FF2B5EF4-FFF2-40B4-BE49-F238E27FC236}">
                <a16:creationId xmlns:a16="http://schemas.microsoft.com/office/drawing/2014/main" id="{074C0B5E-1645-888D-F057-83628D1B694C}"/>
              </a:ext>
            </a:extLst>
          </p:cNvPr>
          <p:cNvSpPr txBox="1">
            <a:spLocks/>
          </p:cNvSpPr>
          <p:nvPr/>
        </p:nvSpPr>
        <p:spPr>
          <a:xfrm>
            <a:off x="4930138" y="1488066"/>
            <a:ext cx="3853860" cy="2072640"/>
          </a:xfrm>
          <a:prstGeom prst="rect">
            <a:avLst/>
          </a:prstGeom>
          <a:noFill/>
          <a:ln w="19050">
            <a:solidFill>
              <a:srgbClr val="0068B4"/>
            </a:solidFill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dirty="0">
                <a:latin typeface="+mn-lt"/>
              </a:rPr>
              <a:t>K-Means</a:t>
            </a:r>
            <a:endParaRPr lang="en-US" sz="1700" noProof="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DBSCAN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Isolation Forest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dirty="0">
                <a:latin typeface="+mn-lt"/>
              </a:rPr>
              <a:t>Autoencoder</a:t>
            </a:r>
            <a:endParaRPr lang="en-US" sz="1700" noProof="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  <a:buFont typeface="Arial"/>
              <a:buNone/>
            </a:pPr>
            <a:endParaRPr lang="en-US" sz="1700" noProof="0" dirty="0">
              <a:latin typeface="+mn-lt"/>
            </a:endParaRPr>
          </a:p>
        </p:txBody>
      </p:sp>
      <p:sp>
        <p:nvSpPr>
          <p:cNvPr id="26" name="Google Shape;222;p17">
            <a:extLst>
              <a:ext uri="{FF2B5EF4-FFF2-40B4-BE49-F238E27FC236}">
                <a16:creationId xmlns:a16="http://schemas.microsoft.com/office/drawing/2014/main" id="{0A6FB108-4AA9-8C97-4678-685F3C75263B}"/>
              </a:ext>
            </a:extLst>
          </p:cNvPr>
          <p:cNvSpPr txBox="1">
            <a:spLocks/>
          </p:cNvSpPr>
          <p:nvPr/>
        </p:nvSpPr>
        <p:spPr>
          <a:xfrm>
            <a:off x="359999" y="3560706"/>
            <a:ext cx="8424000" cy="829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>
              <a:lnSpc>
                <a:spcPct val="95000"/>
              </a:lnSpc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1700" noProof="0" dirty="0">
                <a:latin typeface="+mn-lt"/>
              </a:rPr>
              <a:t>Broad variety of techniques from simple to complex and data-driven</a:t>
            </a:r>
          </a:p>
        </p:txBody>
      </p:sp>
    </p:spTree>
    <p:extLst>
      <p:ext uri="{BB962C8B-B14F-4D97-AF65-F5344CB8AC3E}">
        <p14:creationId xmlns:p14="http://schemas.microsoft.com/office/powerpoint/2010/main" val="1149880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B80D20D9-7245-792E-8DAC-9588249C20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C152FB6F-D3D2-C9D2-E4E3-F106CB6F51D8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General Overview of Pipeline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dirty="0">
              <a:latin typeface="+mn-lt"/>
            </a:endParaRPr>
          </a:p>
          <a:p>
            <a:pPr marL="118800" indent="0">
              <a:lnSpc>
                <a:spcPct val="95000"/>
              </a:lnSpc>
              <a:spcBef>
                <a:spcPts val="1200"/>
              </a:spcBef>
              <a:buNone/>
            </a:pPr>
            <a:endParaRPr lang="en-US" sz="170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379239B9-5220-2439-98F4-005B874DB732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ECAC7CF4-8C11-80E6-F1EA-03971C97F629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614F7790-F3C0-C239-D15A-2C22A9E5F785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0FEDBB18-A4DD-C8C2-EA5A-A5E2F6C70806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10A66AE0-A07E-DD01-9C5C-EEA4446587C4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BBDC4EA2-47F3-3075-8CCB-2B73FD8DFBA4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807AA1DC-FC1B-3094-FBB6-A78B58701839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7D474F8B-F76B-91C0-48CE-E10A5E8FC471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B88DF518-D6BB-C299-91A5-BC058ADAC4D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9</a:t>
            </a:fld>
            <a:r>
              <a:rPr lang="en-US" noProof="0" dirty="0"/>
              <a:t> / 39</a:t>
            </a:r>
          </a:p>
        </p:txBody>
      </p:sp>
      <p:sp>
        <p:nvSpPr>
          <p:cNvPr id="2" name="Rechteck: abgerundete Ecken 1">
            <a:extLst>
              <a:ext uri="{FF2B5EF4-FFF2-40B4-BE49-F238E27FC236}">
                <a16:creationId xmlns:a16="http://schemas.microsoft.com/office/drawing/2014/main" id="{7426D271-C3BA-135F-D12D-97395D89F757}"/>
              </a:ext>
            </a:extLst>
          </p:cNvPr>
          <p:cNvSpPr/>
          <p:nvPr/>
        </p:nvSpPr>
        <p:spPr>
          <a:xfrm>
            <a:off x="1539609" y="2533351"/>
            <a:ext cx="1531620" cy="59351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Data Processing</a:t>
            </a:r>
          </a:p>
        </p:txBody>
      </p: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D37A6995-2903-A7B4-8BC2-7456AE948496}"/>
              </a:ext>
            </a:extLst>
          </p:cNvPr>
          <p:cNvCxnSpPr>
            <a:cxnSpLocks/>
            <a:stCxn id="2" idx="3"/>
            <a:endCxn id="17" idx="1"/>
          </p:cNvCxnSpPr>
          <p:nvPr/>
        </p:nvCxnSpPr>
        <p:spPr>
          <a:xfrm>
            <a:off x="3071229" y="2830110"/>
            <a:ext cx="73496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hteck: abgerundete Ecken 16">
            <a:extLst>
              <a:ext uri="{FF2B5EF4-FFF2-40B4-BE49-F238E27FC236}">
                <a16:creationId xmlns:a16="http://schemas.microsoft.com/office/drawing/2014/main" id="{3085B5A0-D837-3EF1-6525-343770A293DF}"/>
              </a:ext>
            </a:extLst>
          </p:cNvPr>
          <p:cNvSpPr/>
          <p:nvPr/>
        </p:nvSpPr>
        <p:spPr>
          <a:xfrm>
            <a:off x="3806189" y="2533351"/>
            <a:ext cx="1531620" cy="59351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Model Building</a:t>
            </a:r>
          </a:p>
        </p:txBody>
      </p:sp>
      <p:sp>
        <p:nvSpPr>
          <p:cNvPr id="18" name="Rechteck: abgerundete Ecken 17">
            <a:extLst>
              <a:ext uri="{FF2B5EF4-FFF2-40B4-BE49-F238E27FC236}">
                <a16:creationId xmlns:a16="http://schemas.microsoft.com/office/drawing/2014/main" id="{C1674AEA-A69E-6A29-3383-7E9478EC17AC}"/>
              </a:ext>
            </a:extLst>
          </p:cNvPr>
          <p:cNvSpPr/>
          <p:nvPr/>
        </p:nvSpPr>
        <p:spPr>
          <a:xfrm>
            <a:off x="3806189" y="1346317"/>
            <a:ext cx="1531620" cy="59351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Model Tuning</a:t>
            </a:r>
          </a:p>
        </p:txBody>
      </p:sp>
      <p:sp>
        <p:nvSpPr>
          <p:cNvPr id="19" name="Rechteck: abgerundete Ecken 18">
            <a:extLst>
              <a:ext uri="{FF2B5EF4-FFF2-40B4-BE49-F238E27FC236}">
                <a16:creationId xmlns:a16="http://schemas.microsoft.com/office/drawing/2014/main" id="{0D251ADB-CAD3-A331-DD40-91AABF29E24F}"/>
              </a:ext>
            </a:extLst>
          </p:cNvPr>
          <p:cNvSpPr/>
          <p:nvPr/>
        </p:nvSpPr>
        <p:spPr>
          <a:xfrm>
            <a:off x="6072769" y="1939834"/>
            <a:ext cx="1531620" cy="59351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Visualization</a:t>
            </a:r>
          </a:p>
        </p:txBody>
      </p:sp>
      <p:sp>
        <p:nvSpPr>
          <p:cNvPr id="20" name="Rechteck: abgerundete Ecken 19">
            <a:extLst>
              <a:ext uri="{FF2B5EF4-FFF2-40B4-BE49-F238E27FC236}">
                <a16:creationId xmlns:a16="http://schemas.microsoft.com/office/drawing/2014/main" id="{B09723ED-FD23-9EFB-C02C-2BFB4815531D}"/>
              </a:ext>
            </a:extLst>
          </p:cNvPr>
          <p:cNvSpPr/>
          <p:nvPr/>
        </p:nvSpPr>
        <p:spPr>
          <a:xfrm>
            <a:off x="6072769" y="3126868"/>
            <a:ext cx="1531620" cy="59351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Evaluation</a:t>
            </a:r>
          </a:p>
        </p:txBody>
      </p: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8CBC3B5F-C3FB-DCB6-B836-2B1EFD1E0998}"/>
              </a:ext>
            </a:extLst>
          </p:cNvPr>
          <p:cNvCxnSpPr>
            <a:cxnSpLocks/>
          </p:cNvCxnSpPr>
          <p:nvPr/>
        </p:nvCxnSpPr>
        <p:spPr>
          <a:xfrm>
            <a:off x="4309481" y="1939834"/>
            <a:ext cx="0" cy="59351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DE13F18E-0692-11C0-33C4-BA3C1779C5E6}"/>
              </a:ext>
            </a:extLst>
          </p:cNvPr>
          <p:cNvCxnSpPr>
            <a:cxnSpLocks/>
          </p:cNvCxnSpPr>
          <p:nvPr/>
        </p:nvCxnSpPr>
        <p:spPr>
          <a:xfrm flipV="1">
            <a:off x="4835261" y="1939834"/>
            <a:ext cx="0" cy="59351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Verbinder: gewinkelt 34">
            <a:extLst>
              <a:ext uri="{FF2B5EF4-FFF2-40B4-BE49-F238E27FC236}">
                <a16:creationId xmlns:a16="http://schemas.microsoft.com/office/drawing/2014/main" id="{9C3A7DBF-7F27-A810-2101-B71179380F6C}"/>
              </a:ext>
            </a:extLst>
          </p:cNvPr>
          <p:cNvCxnSpPr>
            <a:cxnSpLocks/>
            <a:stCxn id="17" idx="3"/>
            <a:endCxn id="19" idx="1"/>
          </p:cNvCxnSpPr>
          <p:nvPr/>
        </p:nvCxnSpPr>
        <p:spPr>
          <a:xfrm flipV="1">
            <a:off x="5337809" y="2236593"/>
            <a:ext cx="734960" cy="593517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Verbinder: gewinkelt 37">
            <a:extLst>
              <a:ext uri="{FF2B5EF4-FFF2-40B4-BE49-F238E27FC236}">
                <a16:creationId xmlns:a16="http://schemas.microsoft.com/office/drawing/2014/main" id="{395AB48F-A542-7989-0333-6E4FA9F27D03}"/>
              </a:ext>
            </a:extLst>
          </p:cNvPr>
          <p:cNvCxnSpPr>
            <a:cxnSpLocks/>
            <a:stCxn id="17" idx="3"/>
            <a:endCxn id="20" idx="1"/>
          </p:cNvCxnSpPr>
          <p:nvPr/>
        </p:nvCxnSpPr>
        <p:spPr>
          <a:xfrm>
            <a:off x="5337809" y="2830110"/>
            <a:ext cx="734960" cy="593517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321EB328-F8BE-A634-E80F-C861BE7E4D59}"/>
              </a:ext>
            </a:extLst>
          </p:cNvPr>
          <p:cNvSpPr/>
          <p:nvPr/>
        </p:nvSpPr>
        <p:spPr>
          <a:xfrm>
            <a:off x="3806189" y="3720385"/>
            <a:ext cx="1531620" cy="59351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Pseudo Labeling</a:t>
            </a:r>
          </a:p>
        </p:txBody>
      </p:sp>
      <p:cxnSp>
        <p:nvCxnSpPr>
          <p:cNvPr id="15" name="Verbinder: gewinkelt 14">
            <a:extLst>
              <a:ext uri="{FF2B5EF4-FFF2-40B4-BE49-F238E27FC236}">
                <a16:creationId xmlns:a16="http://schemas.microsoft.com/office/drawing/2014/main" id="{ED0177AB-B09F-E443-23E4-F213C3FF75D6}"/>
              </a:ext>
            </a:extLst>
          </p:cNvPr>
          <p:cNvCxnSpPr>
            <a:cxnSpLocks/>
            <a:stCxn id="2" idx="3"/>
            <a:endCxn id="14" idx="1"/>
          </p:cNvCxnSpPr>
          <p:nvPr/>
        </p:nvCxnSpPr>
        <p:spPr>
          <a:xfrm>
            <a:off x="3071229" y="2830110"/>
            <a:ext cx="734960" cy="1187034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Verbinder: gewinkelt 21">
            <a:extLst>
              <a:ext uri="{FF2B5EF4-FFF2-40B4-BE49-F238E27FC236}">
                <a16:creationId xmlns:a16="http://schemas.microsoft.com/office/drawing/2014/main" id="{7EA5655D-332D-AFB2-0F84-EA4DE072F224}"/>
              </a:ext>
            </a:extLst>
          </p:cNvPr>
          <p:cNvCxnSpPr>
            <a:cxnSpLocks/>
            <a:stCxn id="14" idx="3"/>
            <a:endCxn id="20" idx="2"/>
          </p:cNvCxnSpPr>
          <p:nvPr/>
        </p:nvCxnSpPr>
        <p:spPr>
          <a:xfrm flipV="1">
            <a:off x="5337809" y="3720385"/>
            <a:ext cx="1500770" cy="296759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895730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A1130671-11D4-0706-979A-F78C44E17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55E4E28B-1C42-4109-CA6D-602A7B196637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Threshold-Based Approach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dirty="0">
                <a:latin typeface="+mn-lt"/>
              </a:rPr>
              <a:t>A point is identified as a peak if</a:t>
            </a:r>
            <a:r>
              <a:rPr lang="en-US" sz="1700" noProof="0" dirty="0">
                <a:latin typeface="+mn-lt"/>
              </a:rPr>
              <a:t>:</a:t>
            </a:r>
          </a:p>
          <a:p>
            <a:pPr marL="918900" lvl="1" indent="-342900">
              <a:lnSpc>
                <a:spcPct val="95000"/>
              </a:lnSpc>
              <a:spcBef>
                <a:spcPts val="1200"/>
              </a:spcBef>
              <a:buFont typeface="+mj-lt"/>
              <a:buAutoNum type="arabicPeriod"/>
            </a:pPr>
            <a:r>
              <a:rPr lang="en-US" sz="1543" dirty="0">
                <a:latin typeface="+mn-lt"/>
              </a:rPr>
              <a:t>It is a local maximum</a:t>
            </a:r>
            <a:endParaRPr lang="en-US" sz="1543" noProof="0" dirty="0">
              <a:latin typeface="+mn-lt"/>
            </a:endParaRPr>
          </a:p>
          <a:p>
            <a:pPr marL="918900" lvl="1" indent="-342900">
              <a:lnSpc>
                <a:spcPct val="95000"/>
              </a:lnSpc>
              <a:spcBef>
                <a:spcPts val="1200"/>
              </a:spcBef>
              <a:buFont typeface="+mj-lt"/>
              <a:buAutoNum type="arabicPeriod"/>
            </a:pPr>
            <a:r>
              <a:rPr lang="en-US" sz="1543" noProof="0" dirty="0">
                <a:latin typeface="+mn-lt"/>
              </a:rPr>
              <a:t>Its value exceeds a threshold</a:t>
            </a:r>
          </a:p>
          <a:p>
            <a:pPr marL="918900" lvl="1" indent="-342900">
              <a:lnSpc>
                <a:spcPct val="95000"/>
              </a:lnSpc>
              <a:spcBef>
                <a:spcPts val="1200"/>
              </a:spcBef>
              <a:buFont typeface="+mj-lt"/>
              <a:buAutoNum type="arabicPeriod"/>
            </a:pPr>
            <a:r>
              <a:rPr lang="en-US" sz="1543" noProof="0" dirty="0">
                <a:latin typeface="+mn-lt"/>
              </a:rPr>
              <a:t>Its prominence exceeds a threshold</a:t>
            </a:r>
            <a:endParaRPr lang="en-US" sz="170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D2B942FC-19D0-D8F2-0725-B8490D35E0CF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B066611A-8454-87BF-3830-26AE80FE7F62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F1547A34-CD6B-A3CB-8A59-1E6FB8EEBACE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C8CD5708-1280-CBA8-1EF4-AAA2D138240C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7E2B1706-FDD3-E047-5343-57817DE41B30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DB2C7D4B-2214-97E6-B34F-99D95E57994A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78410B4E-FA8D-B38E-451A-050763E71C42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66C6B237-8E9E-C19E-1D91-123D2EA5FDE9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C2AF038B-F371-E724-E09F-1AF95EECC59C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10</a:t>
            </a:fld>
            <a:r>
              <a:rPr lang="en-US" noProof="0" dirty="0"/>
              <a:t> / 39</a:t>
            </a:r>
          </a:p>
        </p:txBody>
      </p:sp>
      <p:pic>
        <p:nvPicPr>
          <p:cNvPr id="1026" name="Picture 2" descr="undefined">
            <a:extLst>
              <a:ext uri="{FF2B5EF4-FFF2-40B4-BE49-F238E27FC236}">
                <a16:creationId xmlns:a16="http://schemas.microsoft.com/office/drawing/2014/main" id="{C73076C0-2584-EAA5-23A5-EBEFC7DDFD8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749"/>
          <a:stretch>
            <a:fillRect/>
          </a:stretch>
        </p:blipFill>
        <p:spPr bwMode="auto">
          <a:xfrm>
            <a:off x="5272614" y="1317526"/>
            <a:ext cx="2988508" cy="14232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hteck 1">
            <a:extLst>
              <a:ext uri="{FF2B5EF4-FFF2-40B4-BE49-F238E27FC236}">
                <a16:creationId xmlns:a16="http://schemas.microsoft.com/office/drawing/2014/main" id="{765CF41C-390D-5069-71A8-B80B5FEC1107}"/>
              </a:ext>
            </a:extLst>
          </p:cNvPr>
          <p:cNvSpPr/>
          <p:nvPr/>
        </p:nvSpPr>
        <p:spPr>
          <a:xfrm>
            <a:off x="359998" y="3173506"/>
            <a:ext cx="8424000" cy="469647"/>
          </a:xfrm>
          <a:prstGeom prst="rect">
            <a:avLst/>
          </a:prstGeom>
          <a:solidFill>
            <a:srgbClr val="0068B4"/>
          </a:solidFill>
          <a:ln w="19050">
            <a:solidFill>
              <a:srgbClr val="006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00" noProof="0" dirty="0">
                <a:solidFill>
                  <a:schemeClr val="bg1"/>
                </a:solidFill>
              </a:rPr>
              <a:t>Input-Feature-Variants</a:t>
            </a:r>
          </a:p>
        </p:txBody>
      </p:sp>
      <p:sp>
        <p:nvSpPr>
          <p:cNvPr id="3" name="Google Shape;222;p17">
            <a:extLst>
              <a:ext uri="{FF2B5EF4-FFF2-40B4-BE49-F238E27FC236}">
                <a16:creationId xmlns:a16="http://schemas.microsoft.com/office/drawing/2014/main" id="{7EA27407-CE4F-DC6C-3FAD-D0CB1B3411C2}"/>
              </a:ext>
            </a:extLst>
          </p:cNvPr>
          <p:cNvSpPr txBox="1">
            <a:spLocks/>
          </p:cNvSpPr>
          <p:nvPr/>
        </p:nvSpPr>
        <p:spPr>
          <a:xfrm>
            <a:off x="359998" y="3651293"/>
            <a:ext cx="4212001" cy="505420"/>
          </a:xfrm>
          <a:prstGeom prst="rect">
            <a:avLst/>
          </a:prstGeom>
          <a:noFill/>
          <a:ln w="19050">
            <a:solidFill>
              <a:srgbClr val="0068B4"/>
            </a:solidFill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8800" indent="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b="1" dirty="0">
                <a:latin typeface="+mn-lt"/>
              </a:rPr>
              <a:t>Torque</a:t>
            </a:r>
            <a:r>
              <a:rPr lang="en-US" sz="1700" dirty="0">
                <a:latin typeface="+mn-lt"/>
              </a:rPr>
              <a:t> with removed DC-offset</a:t>
            </a:r>
          </a:p>
        </p:txBody>
      </p:sp>
      <p:sp>
        <p:nvSpPr>
          <p:cNvPr id="13" name="Google Shape;222;p17">
            <a:extLst>
              <a:ext uri="{FF2B5EF4-FFF2-40B4-BE49-F238E27FC236}">
                <a16:creationId xmlns:a16="http://schemas.microsoft.com/office/drawing/2014/main" id="{DF88E95E-500B-A532-1F1A-42FEA093ABB4}"/>
              </a:ext>
            </a:extLst>
          </p:cNvPr>
          <p:cNvSpPr txBox="1">
            <a:spLocks/>
          </p:cNvSpPr>
          <p:nvPr/>
        </p:nvSpPr>
        <p:spPr>
          <a:xfrm>
            <a:off x="4571999" y="3651293"/>
            <a:ext cx="4212000" cy="505420"/>
          </a:xfrm>
          <a:prstGeom prst="rect">
            <a:avLst/>
          </a:prstGeom>
          <a:noFill/>
          <a:ln w="19050">
            <a:solidFill>
              <a:srgbClr val="0068B4"/>
            </a:solidFill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8800" indent="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Absolute gradient of the </a:t>
            </a:r>
            <a:r>
              <a:rPr lang="en-US" sz="1700" b="1" dirty="0">
                <a:latin typeface="+mn-lt"/>
              </a:rPr>
              <a:t>command-speed</a:t>
            </a:r>
            <a:endParaRPr lang="en-US" sz="1700" b="1" noProof="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4DD45580-2BBD-FCFD-803A-0EECF03E04C3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[4]</a:t>
            </a:r>
          </a:p>
        </p:txBody>
      </p:sp>
    </p:spTree>
    <p:extLst>
      <p:ext uri="{BB962C8B-B14F-4D97-AF65-F5344CB8AC3E}">
        <p14:creationId xmlns:p14="http://schemas.microsoft.com/office/powerpoint/2010/main" val="33401099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46DD028B-670D-062A-3E51-0098E453D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BD2013B7-EF9A-D690-0D54-F7CE219F4C1A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Moving-Average-Based Approach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59298B66-0307-64C8-3F54-BD596B58F36A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3982ADC4-AA24-D2F3-C5F2-FBC57D23D1D9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9351152C-BC3F-C5BF-09EC-7CEADDD7092E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3A0BF305-ECBC-79BC-FCD6-2C23940871A1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E8BEFB37-B1A8-7766-3B03-0A6D46854ABB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5CA7C44B-9812-B4FC-3E62-EA0CE880B8FF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8F28120F-8E3E-4A19-1626-D4C3A4D77D7A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2AC50BE5-8632-10E1-1791-B6790268C1F3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4F39E9A5-30A1-05FB-1802-8C269836ECF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11</a:t>
            </a:fld>
            <a:r>
              <a:rPr lang="en-US" noProof="0" dirty="0"/>
              <a:t> / 39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1E1421EE-06E5-DB23-2149-8DF25E3C593E}"/>
              </a:ext>
            </a:extLst>
          </p:cNvPr>
          <p:cNvSpPr txBox="1"/>
          <p:nvPr/>
        </p:nvSpPr>
        <p:spPr>
          <a:xfrm>
            <a:off x="947840" y="1332845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latin typeface="+mn-lt"/>
              </a:rPr>
              <a:t>Apply Moving-Average-Smoothing</a:t>
            </a:r>
            <a:endParaRPr lang="en-US" sz="1700" noProof="0" dirty="0">
              <a:latin typeface="+mn-lt"/>
            </a:endParaRP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B0DCFFB9-732C-143D-3BFD-2A5599050238}"/>
              </a:ext>
            </a:extLst>
          </p:cNvPr>
          <p:cNvSpPr txBox="1"/>
          <p:nvPr/>
        </p:nvSpPr>
        <p:spPr>
          <a:xfrm>
            <a:off x="947840" y="1969700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latin typeface="+mn-lt"/>
              </a:rPr>
              <a:t>Determine the difference to the original signal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48238EC0-6AB2-0A50-4EF6-190F8BCBC81D}"/>
              </a:ext>
            </a:extLst>
          </p:cNvPr>
          <p:cNvSpPr txBox="1"/>
          <p:nvPr/>
        </p:nvSpPr>
        <p:spPr>
          <a:xfrm>
            <a:off x="947840" y="2599329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Check for local maxima that exceed the threshold</a:t>
            </a:r>
            <a:endParaRPr lang="en-US" sz="1700" noProof="0" dirty="0">
              <a:latin typeface="+mn-lt"/>
            </a:endParaRPr>
          </a:p>
        </p:txBody>
      </p:sp>
      <p:pic>
        <p:nvPicPr>
          <p:cNvPr id="14" name="Picture 19">
            <a:extLst>
              <a:ext uri="{FF2B5EF4-FFF2-40B4-BE49-F238E27FC236}">
                <a16:creationId xmlns:a16="http://schemas.microsoft.com/office/drawing/2014/main" id="{7221C828-03D1-33C3-C4A6-9E89DF8ECD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796" t="8706" r="25866" b="12812"/>
          <a:stretch>
            <a:fillRect/>
          </a:stretch>
        </p:blipFill>
        <p:spPr>
          <a:xfrm>
            <a:off x="5542787" y="1314979"/>
            <a:ext cx="2850614" cy="1736714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41E1299D-71F4-2B7B-1561-D389AF7D04B2}"/>
              </a:ext>
            </a:extLst>
          </p:cNvPr>
          <p:cNvGrpSpPr/>
          <p:nvPr/>
        </p:nvGrpSpPr>
        <p:grpSpPr>
          <a:xfrm>
            <a:off x="670348" y="1350148"/>
            <a:ext cx="160496" cy="1866796"/>
            <a:chOff x="666366" y="1547019"/>
            <a:chExt cx="160496" cy="1866796"/>
          </a:xfrm>
        </p:grpSpPr>
        <p:grpSp>
          <p:nvGrpSpPr>
            <p:cNvPr id="19" name="Gruppieren 18">
              <a:extLst>
                <a:ext uri="{FF2B5EF4-FFF2-40B4-BE49-F238E27FC236}">
                  <a16:creationId xmlns:a16="http://schemas.microsoft.com/office/drawing/2014/main" id="{899E31BB-AFA9-EC06-CF9B-CB0173322762}"/>
                </a:ext>
              </a:extLst>
            </p:cNvPr>
            <p:cNvGrpSpPr/>
            <p:nvPr/>
          </p:nvGrpSpPr>
          <p:grpSpPr>
            <a:xfrm>
              <a:off x="666366" y="1547019"/>
              <a:ext cx="160496" cy="1866796"/>
              <a:chOff x="666366" y="1547019"/>
              <a:chExt cx="160496" cy="1866796"/>
            </a:xfrm>
          </p:grpSpPr>
          <p:cxnSp>
            <p:nvCxnSpPr>
              <p:cNvPr id="24" name="Gerader Verbinder 23">
                <a:extLst>
                  <a:ext uri="{FF2B5EF4-FFF2-40B4-BE49-F238E27FC236}">
                    <a16:creationId xmlns:a16="http://schemas.microsoft.com/office/drawing/2014/main" id="{55FCB4EA-B256-F7BD-1D1B-FE6BCB938500}"/>
                  </a:ext>
                </a:extLst>
              </p:cNvPr>
              <p:cNvCxnSpPr>
                <a:cxnSpLocks/>
                <a:endCxn id="26" idx="3"/>
              </p:cNvCxnSpPr>
              <p:nvPr/>
            </p:nvCxnSpPr>
            <p:spPr>
              <a:xfrm flipH="1">
                <a:off x="746614" y="1547019"/>
                <a:ext cx="3430" cy="1661466"/>
              </a:xfrm>
              <a:prstGeom prst="line">
                <a:avLst/>
              </a:prstGeom>
              <a:ln w="19050">
                <a:solidFill>
                  <a:srgbClr val="0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5" name="Gruppieren 24">
                <a:extLst>
                  <a:ext uri="{FF2B5EF4-FFF2-40B4-BE49-F238E27FC236}">
                    <a16:creationId xmlns:a16="http://schemas.microsoft.com/office/drawing/2014/main" id="{1FA1F55D-840F-4E70-80C8-EA812E03CAD3}"/>
                  </a:ext>
                </a:extLst>
              </p:cNvPr>
              <p:cNvGrpSpPr/>
              <p:nvPr/>
            </p:nvGrpSpPr>
            <p:grpSpPr>
              <a:xfrm>
                <a:off x="666366" y="1664321"/>
                <a:ext cx="160496" cy="1749494"/>
                <a:chOff x="6762351" y="2615586"/>
                <a:chExt cx="176268" cy="1921414"/>
              </a:xfrm>
            </p:grpSpPr>
            <p:sp>
              <p:nvSpPr>
                <p:cNvPr id="26" name="Gleichschenkliges Dreieck 25">
                  <a:extLst>
                    <a:ext uri="{FF2B5EF4-FFF2-40B4-BE49-F238E27FC236}">
                      <a16:creationId xmlns:a16="http://schemas.microsoft.com/office/drawing/2014/main" id="{F13267A8-3404-F7F5-5ECB-D5800E6F43C5}"/>
                    </a:ext>
                  </a:extLst>
                </p:cNvPr>
                <p:cNvSpPr/>
                <p:nvPr/>
              </p:nvSpPr>
              <p:spPr>
                <a:xfrm rot="10800000">
                  <a:off x="6762351" y="4311493"/>
                  <a:ext cx="176268" cy="225507"/>
                </a:xfrm>
                <a:prstGeom prst="triangl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7" name="Ellipse 26">
                  <a:extLst>
                    <a:ext uri="{FF2B5EF4-FFF2-40B4-BE49-F238E27FC236}">
                      <a16:creationId xmlns:a16="http://schemas.microsoft.com/office/drawing/2014/main" id="{844F47A6-4C0C-2D4D-1FB8-8ED245CEA2E0}"/>
                    </a:ext>
                  </a:extLst>
                </p:cNvPr>
                <p:cNvSpPr/>
                <p:nvPr/>
              </p:nvSpPr>
              <p:spPr>
                <a:xfrm>
                  <a:off x="6808652" y="2615586"/>
                  <a:ext cx="90000" cy="90000"/>
                </a:xfrm>
                <a:prstGeom prst="ellips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8" name="Ellipse 27">
                  <a:extLst>
                    <a:ext uri="{FF2B5EF4-FFF2-40B4-BE49-F238E27FC236}">
                      <a16:creationId xmlns:a16="http://schemas.microsoft.com/office/drawing/2014/main" id="{DBD5EB6F-0E88-7077-036E-3A5EC356C45D}"/>
                    </a:ext>
                  </a:extLst>
                </p:cNvPr>
                <p:cNvSpPr/>
                <p:nvPr/>
              </p:nvSpPr>
              <p:spPr>
                <a:xfrm>
                  <a:off x="6805486" y="3311821"/>
                  <a:ext cx="90000" cy="90000"/>
                </a:xfrm>
                <a:prstGeom prst="ellips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</p:grpSp>
        </p:grpSp>
        <p:sp>
          <p:nvSpPr>
            <p:cNvPr id="23" name="Ellipse 22">
              <a:extLst>
                <a:ext uri="{FF2B5EF4-FFF2-40B4-BE49-F238E27FC236}">
                  <a16:creationId xmlns:a16="http://schemas.microsoft.com/office/drawing/2014/main" id="{167A70B4-7C7F-E8DB-54CE-2642B8B1FDBF}"/>
                </a:ext>
              </a:extLst>
            </p:cNvPr>
            <p:cNvSpPr/>
            <p:nvPr/>
          </p:nvSpPr>
          <p:spPr>
            <a:xfrm>
              <a:off x="706021" y="2932199"/>
              <a:ext cx="81947" cy="8194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l">
                <a:spcBef>
                  <a:spcPts val="400"/>
                </a:spcBef>
                <a:buFont typeface="Arial" panose="020B0604020202020204" pitchFamily="34" charset="0"/>
                <a:buNone/>
              </a:pPr>
              <a:endParaRPr lang="en-US" sz="1800" noProof="0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791335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8EF0FBF1-428B-178A-2E3E-19301B36F4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42AEDFEE-FBDB-1E5D-D8FD-D02A77ACFA58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Wavelet Transform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Using the Ricker wavelet as a basis function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Scale the wavelet and apply convolution on the</a:t>
            </a:r>
            <a:br>
              <a:rPr lang="en-US" sz="1700" noProof="0" dirty="0">
                <a:latin typeface="+mn-lt"/>
              </a:rPr>
            </a:br>
            <a:r>
              <a:rPr lang="en-US" sz="1700" noProof="0" dirty="0">
                <a:latin typeface="+mn-lt"/>
              </a:rPr>
              <a:t>target signal</a:t>
            </a:r>
            <a:endParaRPr lang="en-US" sz="170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noProof="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noProof="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noProof="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1700" noProof="0" dirty="0">
                <a:latin typeface="+mn-lt"/>
              </a:rPr>
              <a:t>High response indicates strong similarity</a:t>
            </a:r>
          </a:p>
        </p:txBody>
      </p:sp>
      <p:pic>
        <p:nvPicPr>
          <p:cNvPr id="377" name="Google Shape;377;p33">
            <a:extLst>
              <a:ext uri="{FF2B5EF4-FFF2-40B4-BE49-F238E27FC236}">
                <a16:creationId xmlns:a16="http://schemas.microsoft.com/office/drawing/2014/main" id="{FD956299-0F44-0EDC-4959-36FA58D8C60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rcRect l="5089" b="4652"/>
          <a:stretch>
            <a:fillRect/>
          </a:stretch>
        </p:blipFill>
        <p:spPr>
          <a:xfrm>
            <a:off x="6213205" y="1189394"/>
            <a:ext cx="1990201" cy="1107928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A5EC45A9-5B4B-3C19-0A88-317712AED9CA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B830C361-C208-E0B9-F925-C17D2FD28974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9D9556C8-C7E6-49DF-C2EE-798A4D33F50B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1EB14B41-CE7F-12EE-2105-A3934F029691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92CE551F-A795-DFF8-1956-E1602A4EA3B0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FA19D478-8F9E-DB56-8CF7-36D24C015038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3D05EABF-0D82-9F87-BEBD-CBF028D6E09D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2D93A135-6378-4E2C-9394-B108E1431B71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6DB5948F-5451-351B-8505-4577093D27D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12</a:t>
            </a:fld>
            <a:r>
              <a:rPr lang="en-US" noProof="0" dirty="0"/>
              <a:t> / 39</a:t>
            </a: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8C78D345-1002-A588-A1D5-35E08D81E6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56195" y="2571750"/>
            <a:ext cx="4655608" cy="1162474"/>
          </a:xfrm>
          <a:prstGeom prst="rect">
            <a:avLst/>
          </a:prstGeom>
        </p:spPr>
      </p:pic>
      <p:sp>
        <p:nvSpPr>
          <p:cNvPr id="2" name="Textfeld 1">
            <a:extLst>
              <a:ext uri="{FF2B5EF4-FFF2-40B4-BE49-F238E27FC236}">
                <a16:creationId xmlns:a16="http://schemas.microsoft.com/office/drawing/2014/main" id="{E7EC1943-BC5A-932C-6523-5FDCF89D8608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[5, 6]</a:t>
            </a:r>
          </a:p>
        </p:txBody>
      </p:sp>
    </p:spTree>
    <p:extLst>
      <p:ext uri="{BB962C8B-B14F-4D97-AF65-F5344CB8AC3E}">
        <p14:creationId xmlns:p14="http://schemas.microsoft.com/office/powerpoint/2010/main" val="21141884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3A63E7DE-B10D-3D1A-58B1-4D3F368CDC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D952F2EE-3AB3-D68E-892C-99CE3FD2D8F6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Clustering with K-Means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FA1BD546-03CB-3E58-447F-685948AEC802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FA8A25AE-8B90-B48D-61D8-8BDBA414B4A0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CC6522E9-55F3-DE8F-2D9E-F92EA90A31D2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4925F6C9-2A0F-255C-E25D-40C9582B98AF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4215CBDF-9378-867B-C5D9-9A8722D5DA10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4FCDD600-D293-CA4A-24DF-496BA9843D0C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7200D138-C856-9628-42A7-8BF370F01203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2B60A7B3-5021-D234-CF30-6EA1FFA94183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37D1DE76-24CC-B2F5-51C9-53B62172EB70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13</a:t>
            </a:fld>
            <a:r>
              <a:rPr lang="en-US" noProof="0" dirty="0"/>
              <a:t> / 39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4021F1AE-704F-B28F-477E-C588A76194A3}"/>
              </a:ext>
            </a:extLst>
          </p:cNvPr>
          <p:cNvSpPr txBox="1"/>
          <p:nvPr/>
        </p:nvSpPr>
        <p:spPr>
          <a:xfrm>
            <a:off x="947840" y="1332845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latin typeface="+mn-lt"/>
              </a:rPr>
              <a:t>Training an autoencoder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4DE4DBF9-1BD8-741B-06F0-7D992A7BE759}"/>
              </a:ext>
            </a:extLst>
          </p:cNvPr>
          <p:cNvSpPr txBox="1"/>
          <p:nvPr/>
        </p:nvSpPr>
        <p:spPr>
          <a:xfrm>
            <a:off x="947840" y="1969700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latin typeface="+mn-lt"/>
              </a:rPr>
              <a:t>Using Encoder to transform inputs into latent-space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ACEC9CD1-BA0D-FA82-2688-225C809CF075}"/>
              </a:ext>
            </a:extLst>
          </p:cNvPr>
          <p:cNvSpPr txBox="1"/>
          <p:nvPr/>
        </p:nvSpPr>
        <p:spPr>
          <a:xfrm>
            <a:off x="947840" y="2599329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latin typeface="+mn-lt"/>
              </a:rPr>
              <a:t>Randomly initialize K centroids</a:t>
            </a:r>
            <a:endParaRPr lang="en-US" sz="1700" noProof="0" dirty="0">
              <a:latin typeface="+mn-lt"/>
            </a:endParaRP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88332378-E9DD-2EE4-3FA8-9C680E47A006}"/>
              </a:ext>
            </a:extLst>
          </p:cNvPr>
          <p:cNvSpPr txBox="1"/>
          <p:nvPr/>
        </p:nvSpPr>
        <p:spPr>
          <a:xfrm>
            <a:off x="947840" y="3867209"/>
            <a:ext cx="7836159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latin typeface="+mn-lt"/>
              </a:rPr>
              <a:t>Recompute the centroids by calculating the mean of all points assigned to it</a:t>
            </a:r>
          </a:p>
        </p:txBody>
      </p:sp>
      <p:sp>
        <p:nvSpPr>
          <p:cNvPr id="7171" name="Textfeld 7170">
            <a:extLst>
              <a:ext uri="{FF2B5EF4-FFF2-40B4-BE49-F238E27FC236}">
                <a16:creationId xmlns:a16="http://schemas.microsoft.com/office/drawing/2014/main" id="{B6BC3393-AE0F-E9FD-2976-77FDBF143A2C}"/>
              </a:ext>
            </a:extLst>
          </p:cNvPr>
          <p:cNvSpPr txBox="1"/>
          <p:nvPr/>
        </p:nvSpPr>
        <p:spPr>
          <a:xfrm>
            <a:off x="947840" y="3228958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Assign each point to the nearest c</a:t>
            </a:r>
            <a:r>
              <a:rPr lang="en-US" sz="1700" dirty="0">
                <a:latin typeface="+mn-lt"/>
              </a:rPr>
              <a:t>entroid</a:t>
            </a:r>
            <a:endParaRPr lang="en-US" sz="1700" noProof="0" dirty="0">
              <a:latin typeface="+mn-lt"/>
            </a:endParaRPr>
          </a:p>
        </p:txBody>
      </p:sp>
      <p:pic>
        <p:nvPicPr>
          <p:cNvPr id="7172" name="Picture 4">
            <a:extLst>
              <a:ext uri="{FF2B5EF4-FFF2-40B4-BE49-F238E27FC236}">
                <a16:creationId xmlns:a16="http://schemas.microsoft.com/office/drawing/2014/main" id="{343979AE-BE5E-8BD1-65A4-2F7E98DDB4E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186" r="52837"/>
          <a:stretch>
            <a:fillRect/>
          </a:stretch>
        </p:blipFill>
        <p:spPr bwMode="auto">
          <a:xfrm>
            <a:off x="6678138" y="1508421"/>
            <a:ext cx="1715264" cy="23083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178" name="Gruppieren 7177">
            <a:extLst>
              <a:ext uri="{FF2B5EF4-FFF2-40B4-BE49-F238E27FC236}">
                <a16:creationId xmlns:a16="http://schemas.microsoft.com/office/drawing/2014/main" id="{C528A08C-733B-A924-DD87-EA86FAF5419A}"/>
              </a:ext>
            </a:extLst>
          </p:cNvPr>
          <p:cNvGrpSpPr/>
          <p:nvPr/>
        </p:nvGrpSpPr>
        <p:grpSpPr>
          <a:xfrm>
            <a:off x="670350" y="1350148"/>
            <a:ext cx="160496" cy="3145416"/>
            <a:chOff x="670350" y="1350148"/>
            <a:chExt cx="160496" cy="3145416"/>
          </a:xfrm>
        </p:grpSpPr>
        <p:grpSp>
          <p:nvGrpSpPr>
            <p:cNvPr id="59" name="Gruppieren 58">
              <a:extLst>
                <a:ext uri="{FF2B5EF4-FFF2-40B4-BE49-F238E27FC236}">
                  <a16:creationId xmlns:a16="http://schemas.microsoft.com/office/drawing/2014/main" id="{02C021F1-892F-82C5-D52B-B78F37273CA7}"/>
                </a:ext>
              </a:extLst>
            </p:cNvPr>
            <p:cNvGrpSpPr/>
            <p:nvPr/>
          </p:nvGrpSpPr>
          <p:grpSpPr>
            <a:xfrm>
              <a:off x="670350" y="1350148"/>
              <a:ext cx="160496" cy="3145416"/>
              <a:chOff x="666368" y="1547019"/>
              <a:chExt cx="160496" cy="3145416"/>
            </a:xfrm>
          </p:grpSpPr>
          <p:grpSp>
            <p:nvGrpSpPr>
              <p:cNvPr id="55" name="Gruppieren 54">
                <a:extLst>
                  <a:ext uri="{FF2B5EF4-FFF2-40B4-BE49-F238E27FC236}">
                    <a16:creationId xmlns:a16="http://schemas.microsoft.com/office/drawing/2014/main" id="{A8CD6AB5-6A13-5CBE-2F92-784A84AB3F91}"/>
                  </a:ext>
                </a:extLst>
              </p:cNvPr>
              <p:cNvGrpSpPr/>
              <p:nvPr/>
            </p:nvGrpSpPr>
            <p:grpSpPr>
              <a:xfrm>
                <a:off x="666368" y="1547019"/>
                <a:ext cx="160496" cy="3145416"/>
                <a:chOff x="666368" y="1547019"/>
                <a:chExt cx="160496" cy="3145416"/>
              </a:xfrm>
            </p:grpSpPr>
            <p:cxnSp>
              <p:nvCxnSpPr>
                <p:cNvPr id="51" name="Gerader Verbinder 50">
                  <a:extLst>
                    <a:ext uri="{FF2B5EF4-FFF2-40B4-BE49-F238E27FC236}">
                      <a16:creationId xmlns:a16="http://schemas.microsoft.com/office/drawing/2014/main" id="{DED33B77-694F-F4D2-C875-2EFC2F5D2253}"/>
                    </a:ext>
                  </a:extLst>
                </p:cNvPr>
                <p:cNvCxnSpPr>
                  <a:cxnSpLocks/>
                  <a:endCxn id="15" idx="3"/>
                </p:cNvCxnSpPr>
                <p:nvPr/>
              </p:nvCxnSpPr>
              <p:spPr>
                <a:xfrm flipH="1">
                  <a:off x="746616" y="1547019"/>
                  <a:ext cx="3428" cy="2940086"/>
                </a:xfrm>
                <a:prstGeom prst="line">
                  <a:avLst/>
                </a:prstGeom>
                <a:ln w="19050">
                  <a:solidFill>
                    <a:srgbClr val="00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9" name="Gruppieren 38">
                  <a:extLst>
                    <a:ext uri="{FF2B5EF4-FFF2-40B4-BE49-F238E27FC236}">
                      <a16:creationId xmlns:a16="http://schemas.microsoft.com/office/drawing/2014/main" id="{69315F91-5811-63F7-7FB5-A699F65417F6}"/>
                    </a:ext>
                  </a:extLst>
                </p:cNvPr>
                <p:cNvGrpSpPr/>
                <p:nvPr/>
              </p:nvGrpSpPr>
              <p:grpSpPr>
                <a:xfrm>
                  <a:off x="666368" y="1664319"/>
                  <a:ext cx="160496" cy="3028116"/>
                  <a:chOff x="353365" y="1509897"/>
                  <a:chExt cx="176268" cy="3325691"/>
                </a:xfrm>
              </p:grpSpPr>
              <p:grpSp>
                <p:nvGrpSpPr>
                  <p:cNvPr id="3" name="Gruppieren 2">
                    <a:extLst>
                      <a:ext uri="{FF2B5EF4-FFF2-40B4-BE49-F238E27FC236}">
                        <a16:creationId xmlns:a16="http://schemas.microsoft.com/office/drawing/2014/main" id="{CDA4E912-2F42-1303-24EE-DAE75B28CA82}"/>
                      </a:ext>
                    </a:extLst>
                  </p:cNvPr>
                  <p:cNvGrpSpPr/>
                  <p:nvPr/>
                </p:nvGrpSpPr>
                <p:grpSpPr>
                  <a:xfrm>
                    <a:off x="353365" y="1509897"/>
                    <a:ext cx="176268" cy="3325691"/>
                    <a:chOff x="6762353" y="2615584"/>
                    <a:chExt cx="176268" cy="3325691"/>
                  </a:xfrm>
                </p:grpSpPr>
                <p:sp>
                  <p:nvSpPr>
                    <p:cNvPr id="15" name="Gleichschenkliges Dreieck 14">
                      <a:extLst>
                        <a:ext uri="{FF2B5EF4-FFF2-40B4-BE49-F238E27FC236}">
                          <a16:creationId xmlns:a16="http://schemas.microsoft.com/office/drawing/2014/main" id="{8C5E56FC-B6BA-FD49-02E5-CFE6DAACAC6F}"/>
                        </a:ext>
                      </a:extLst>
                    </p:cNvPr>
                    <p:cNvSpPr/>
                    <p:nvPr/>
                  </p:nvSpPr>
                  <p:spPr>
                    <a:xfrm rot="10800000">
                      <a:off x="6762353" y="5715767"/>
                      <a:ext cx="176268" cy="225508"/>
                    </a:xfrm>
                    <a:prstGeom prst="triangle">
                      <a:avLst/>
                    </a:prstGeom>
                    <a:solidFill>
                      <a:srgbClr val="000000"/>
                    </a:solidFill>
                    <a:ln>
                      <a:solidFill>
                        <a:srgbClr val="000000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marL="0" indent="0" algn="l">
                        <a:spcBef>
                          <a:spcPts val="400"/>
                        </a:spcBef>
                        <a:buFont typeface="Arial" panose="020B0604020202020204" pitchFamily="34" charset="0"/>
                        <a:buNone/>
                      </a:pPr>
                      <a:endParaRPr lang="en-US" sz="1800" noProof="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6" name="Ellipse 15">
                      <a:extLst>
                        <a:ext uri="{FF2B5EF4-FFF2-40B4-BE49-F238E27FC236}">
                          <a16:creationId xmlns:a16="http://schemas.microsoft.com/office/drawing/2014/main" id="{FCB1A9DF-BCEF-2063-4B43-DB6E92E0E48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805486" y="2615584"/>
                      <a:ext cx="90000" cy="90000"/>
                    </a:xfrm>
                    <a:prstGeom prst="ellipse">
                      <a:avLst/>
                    </a:prstGeom>
                    <a:solidFill>
                      <a:srgbClr val="000000"/>
                    </a:solidFill>
                    <a:ln>
                      <a:solidFill>
                        <a:srgbClr val="000000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marL="0" indent="0" algn="l">
                        <a:spcBef>
                          <a:spcPts val="400"/>
                        </a:spcBef>
                        <a:buFont typeface="Arial" panose="020B0604020202020204" pitchFamily="34" charset="0"/>
                        <a:buNone/>
                      </a:pPr>
                      <a:endParaRPr lang="en-US" sz="1800" noProof="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7" name="Ellipse 16">
                      <a:extLst>
                        <a:ext uri="{FF2B5EF4-FFF2-40B4-BE49-F238E27FC236}">
                          <a16:creationId xmlns:a16="http://schemas.microsoft.com/office/drawing/2014/main" id="{62E496D2-A4E1-CCBA-AD95-FABD1ECDB56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805486" y="3311821"/>
                      <a:ext cx="90000" cy="90000"/>
                    </a:xfrm>
                    <a:prstGeom prst="ellipse">
                      <a:avLst/>
                    </a:prstGeom>
                    <a:solidFill>
                      <a:srgbClr val="000000"/>
                    </a:solidFill>
                    <a:ln>
                      <a:solidFill>
                        <a:srgbClr val="000000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marL="0" indent="0" algn="l">
                        <a:spcBef>
                          <a:spcPts val="400"/>
                        </a:spcBef>
                        <a:buFont typeface="Arial" panose="020B0604020202020204" pitchFamily="34" charset="0"/>
                        <a:buNone/>
                      </a:pPr>
                      <a:endParaRPr lang="en-US" sz="1800" noProof="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8" name="Ellipse 17">
                      <a:extLst>
                        <a:ext uri="{FF2B5EF4-FFF2-40B4-BE49-F238E27FC236}">
                          <a16:creationId xmlns:a16="http://schemas.microsoft.com/office/drawing/2014/main" id="{AE783A49-3717-E870-F011-14929D1F6FB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805486" y="4704297"/>
                      <a:ext cx="90000" cy="90000"/>
                    </a:xfrm>
                    <a:prstGeom prst="ellipse">
                      <a:avLst/>
                    </a:prstGeom>
                    <a:solidFill>
                      <a:srgbClr val="0068B4"/>
                    </a:solidFill>
                    <a:ln>
                      <a:solidFill>
                        <a:srgbClr val="0068B4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marL="0" indent="0" algn="l">
                        <a:spcBef>
                          <a:spcPts val="400"/>
                        </a:spcBef>
                        <a:buFont typeface="Arial" panose="020B0604020202020204" pitchFamily="34" charset="0"/>
                        <a:buNone/>
                      </a:pPr>
                      <a:endParaRPr lang="en-US" sz="1800" noProof="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9" name="Ellipse 18">
                      <a:extLst>
                        <a:ext uri="{FF2B5EF4-FFF2-40B4-BE49-F238E27FC236}">
                          <a16:creationId xmlns:a16="http://schemas.microsoft.com/office/drawing/2014/main" id="{F9F47CE1-4494-E584-5907-3E34D4261CF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805486" y="5400535"/>
                      <a:ext cx="90000" cy="90000"/>
                    </a:xfrm>
                    <a:prstGeom prst="ellipse">
                      <a:avLst/>
                    </a:prstGeom>
                    <a:solidFill>
                      <a:srgbClr val="0068B4"/>
                    </a:solidFill>
                    <a:ln>
                      <a:solidFill>
                        <a:srgbClr val="0068B4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marL="0" indent="0" algn="l">
                        <a:spcBef>
                          <a:spcPts val="400"/>
                        </a:spcBef>
                        <a:buFont typeface="Arial" panose="020B0604020202020204" pitchFamily="34" charset="0"/>
                        <a:buNone/>
                      </a:pPr>
                      <a:endParaRPr lang="en-US" sz="1800" noProof="0" dirty="0">
                        <a:solidFill>
                          <a:schemeClr val="tx1"/>
                        </a:solidFill>
                      </a:endParaRPr>
                    </a:p>
                  </p:txBody>
                </p:sp>
              </p:grpSp>
              <p:cxnSp>
                <p:nvCxnSpPr>
                  <p:cNvPr id="25" name="Verbinder: gekrümmt 24">
                    <a:extLst>
                      <a:ext uri="{FF2B5EF4-FFF2-40B4-BE49-F238E27FC236}">
                        <a16:creationId xmlns:a16="http://schemas.microsoft.com/office/drawing/2014/main" id="{1794CF26-9921-55D2-A4B4-4EE135F2D126}"/>
                      </a:ext>
                    </a:extLst>
                  </p:cNvPr>
                  <p:cNvCxnSpPr>
                    <a:cxnSpLocks/>
                    <a:stCxn id="19" idx="2"/>
                    <a:endCxn id="18" idx="2"/>
                  </p:cNvCxnSpPr>
                  <p:nvPr/>
                </p:nvCxnSpPr>
                <p:spPr>
                  <a:xfrm rot="10800000">
                    <a:off x="396498" y="3643611"/>
                    <a:ext cx="13948" cy="696238"/>
                  </a:xfrm>
                  <a:prstGeom prst="curvedConnector3">
                    <a:avLst>
                      <a:gd name="adj1" fmla="val 2220000"/>
                    </a:avLst>
                  </a:prstGeom>
                  <a:ln w="19050">
                    <a:solidFill>
                      <a:srgbClr val="0068B4"/>
                    </a:solidFill>
                    <a:tailEnd type="triangle" w="lg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41" name="Ellipse 40">
                <a:extLst>
                  <a:ext uri="{FF2B5EF4-FFF2-40B4-BE49-F238E27FC236}">
                    <a16:creationId xmlns:a16="http://schemas.microsoft.com/office/drawing/2014/main" id="{88FA3B7C-0CA0-711D-28EA-5446A8BFB287}"/>
                  </a:ext>
                </a:extLst>
              </p:cNvPr>
              <p:cNvSpPr/>
              <p:nvPr/>
            </p:nvSpPr>
            <p:spPr>
              <a:xfrm>
                <a:off x="706021" y="2932199"/>
                <a:ext cx="81947" cy="81947"/>
              </a:xfrm>
              <a:prstGeom prst="ellipse">
                <a:avLst/>
              </a:prstGeom>
              <a:solidFill>
                <a:srgbClr val="0068B4"/>
              </a:solidFill>
              <a:ln>
                <a:solidFill>
                  <a:srgbClr val="0068B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indent="0" algn="l">
                  <a:spcBef>
                    <a:spcPts val="400"/>
                  </a:spcBef>
                  <a:buFont typeface="Arial" panose="020B0604020202020204" pitchFamily="34" charset="0"/>
                  <a:buNone/>
                </a:pPr>
                <a:endParaRPr lang="en-US" sz="1800" noProof="0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7174" name="Gerader Verbinder 7173">
              <a:extLst>
                <a:ext uri="{FF2B5EF4-FFF2-40B4-BE49-F238E27FC236}">
                  <a16:creationId xmlns:a16="http://schemas.microsoft.com/office/drawing/2014/main" id="{131608A6-90DB-2DBE-05F5-71C5AECBEC29}"/>
                </a:ext>
              </a:extLst>
            </p:cNvPr>
            <p:cNvCxnSpPr>
              <a:cxnSpLocks/>
              <a:stCxn id="41" idx="4"/>
              <a:endCxn id="15" idx="3"/>
            </p:cNvCxnSpPr>
            <p:nvPr/>
          </p:nvCxnSpPr>
          <p:spPr>
            <a:xfrm flipH="1">
              <a:off x="750598" y="2817275"/>
              <a:ext cx="379" cy="1472959"/>
            </a:xfrm>
            <a:prstGeom prst="line">
              <a:avLst/>
            </a:prstGeom>
            <a:ln w="19050">
              <a:solidFill>
                <a:srgbClr val="0068B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extfeld 1">
            <a:extLst>
              <a:ext uri="{FF2B5EF4-FFF2-40B4-BE49-F238E27FC236}">
                <a16:creationId xmlns:a16="http://schemas.microsoft.com/office/drawing/2014/main" id="{16F39627-B678-888D-5EEA-C55AD2415ECC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[7]</a:t>
            </a:r>
          </a:p>
        </p:txBody>
      </p:sp>
    </p:spTree>
    <p:extLst>
      <p:ext uri="{BB962C8B-B14F-4D97-AF65-F5344CB8AC3E}">
        <p14:creationId xmlns:p14="http://schemas.microsoft.com/office/powerpoint/2010/main" val="14917696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430AB386-0908-D59B-2839-FE887AB9C6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2277E0DD-2C46-E1BF-A3EB-F1F21C787CA3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Clustering with DBSCAN (</a:t>
            </a:r>
            <a:r>
              <a:rPr lang="en-US" sz="1700" i="1" dirty="0">
                <a:latin typeface="+mn-lt"/>
              </a:rPr>
              <a:t>Density-Based Spatial Clustering of Applications with Noise</a:t>
            </a:r>
            <a:r>
              <a:rPr lang="en-US" sz="1700" dirty="0">
                <a:latin typeface="+mn-lt"/>
              </a:rPr>
              <a:t>)</a:t>
            </a: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954FF386-1F5D-078B-4CFC-73B821CB4D4F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6C1130E7-3960-F8FB-8789-6E011BF86753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A883D0F1-4266-B0C6-043C-EE3199DDA23B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E1C9405D-C8CA-D8D9-3886-CE01D19E748E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0FE5991B-B9F5-EA3B-C5D6-794F1C81A180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3D40189E-7AF5-CBD5-044B-5E4AE7461C97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CF78B8D1-6EAE-6322-CA7F-3913BD13BD7C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AA052BDD-5F8F-8436-2899-67350E2AB351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26010B2E-D6D1-9FF1-3445-B646275DCCA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14</a:t>
            </a:fld>
            <a:r>
              <a:rPr lang="en-US" noProof="0" dirty="0"/>
              <a:t> / 39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7D697E1D-D9D0-EA40-E609-80C9D1626B9D}"/>
              </a:ext>
            </a:extLst>
          </p:cNvPr>
          <p:cNvSpPr txBox="1"/>
          <p:nvPr/>
        </p:nvSpPr>
        <p:spPr>
          <a:xfrm>
            <a:off x="947840" y="1332845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latin typeface="+mn-lt"/>
              </a:rPr>
              <a:t>Training an autoencoder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F5BAFD77-8E87-1CB3-D45C-6252A18113F5}"/>
              </a:ext>
            </a:extLst>
          </p:cNvPr>
          <p:cNvSpPr txBox="1"/>
          <p:nvPr/>
        </p:nvSpPr>
        <p:spPr>
          <a:xfrm>
            <a:off x="947840" y="1969700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latin typeface="+mn-lt"/>
              </a:rPr>
              <a:t>Using Encoder to transform inputs into latent-space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6E18C446-07D2-0991-45D6-F0E5DCA2855A}"/>
              </a:ext>
            </a:extLst>
          </p:cNvPr>
          <p:cNvSpPr txBox="1"/>
          <p:nvPr/>
        </p:nvSpPr>
        <p:spPr>
          <a:xfrm>
            <a:off x="947840" y="2599329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dirty="0">
                <a:latin typeface="+mn-lt"/>
              </a:rPr>
              <a:t>Grouping together points that are closely packed</a:t>
            </a:r>
          </a:p>
        </p:txBody>
      </p:sp>
      <p:sp>
        <p:nvSpPr>
          <p:cNvPr id="7171" name="Textfeld 7170">
            <a:extLst>
              <a:ext uri="{FF2B5EF4-FFF2-40B4-BE49-F238E27FC236}">
                <a16:creationId xmlns:a16="http://schemas.microsoft.com/office/drawing/2014/main" id="{60B226B8-F337-06E6-3EE4-801BCF5705DF}"/>
              </a:ext>
            </a:extLst>
          </p:cNvPr>
          <p:cNvSpPr txBox="1"/>
          <p:nvPr/>
        </p:nvSpPr>
        <p:spPr>
          <a:xfrm>
            <a:off x="947840" y="3228958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Marking those as outliers that lie alone in low-density regions</a:t>
            </a:r>
            <a:endParaRPr lang="en-US" sz="1700" noProof="0" dirty="0">
              <a:latin typeface="+mn-lt"/>
            </a:endParaRPr>
          </a:p>
        </p:txBody>
      </p:sp>
      <p:pic>
        <p:nvPicPr>
          <p:cNvPr id="27" name="Picture 4">
            <a:extLst>
              <a:ext uri="{FF2B5EF4-FFF2-40B4-BE49-F238E27FC236}">
                <a16:creationId xmlns:a16="http://schemas.microsoft.com/office/drawing/2014/main" id="{8A0A7478-9D9A-5D5A-263E-391FADFDB4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184" t="6186" r="344"/>
          <a:stretch>
            <a:fillRect/>
          </a:stretch>
        </p:blipFill>
        <p:spPr bwMode="auto">
          <a:xfrm>
            <a:off x="6674709" y="1508421"/>
            <a:ext cx="1689832" cy="23079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CBA57BD1-C7FA-26D4-0EE3-E74CF2B3FC21}"/>
              </a:ext>
            </a:extLst>
          </p:cNvPr>
          <p:cNvGrpSpPr/>
          <p:nvPr/>
        </p:nvGrpSpPr>
        <p:grpSpPr>
          <a:xfrm>
            <a:off x="670351" y="1350148"/>
            <a:ext cx="160496" cy="2527183"/>
            <a:chOff x="670351" y="1350148"/>
            <a:chExt cx="160496" cy="2527183"/>
          </a:xfrm>
        </p:grpSpPr>
        <p:grpSp>
          <p:nvGrpSpPr>
            <p:cNvPr id="59" name="Gruppieren 58">
              <a:extLst>
                <a:ext uri="{FF2B5EF4-FFF2-40B4-BE49-F238E27FC236}">
                  <a16:creationId xmlns:a16="http://schemas.microsoft.com/office/drawing/2014/main" id="{CE296725-93E7-6C8F-F642-D51EFE15CD6D}"/>
                </a:ext>
              </a:extLst>
            </p:cNvPr>
            <p:cNvGrpSpPr/>
            <p:nvPr/>
          </p:nvGrpSpPr>
          <p:grpSpPr>
            <a:xfrm>
              <a:off x="670351" y="1350148"/>
              <a:ext cx="160496" cy="2527183"/>
              <a:chOff x="666369" y="1547019"/>
              <a:chExt cx="160496" cy="2527183"/>
            </a:xfrm>
          </p:grpSpPr>
          <p:grpSp>
            <p:nvGrpSpPr>
              <p:cNvPr id="55" name="Gruppieren 54">
                <a:extLst>
                  <a:ext uri="{FF2B5EF4-FFF2-40B4-BE49-F238E27FC236}">
                    <a16:creationId xmlns:a16="http://schemas.microsoft.com/office/drawing/2014/main" id="{E1324477-05E8-8890-7169-4C14AD7B320B}"/>
                  </a:ext>
                </a:extLst>
              </p:cNvPr>
              <p:cNvGrpSpPr/>
              <p:nvPr/>
            </p:nvGrpSpPr>
            <p:grpSpPr>
              <a:xfrm>
                <a:off x="666369" y="1547019"/>
                <a:ext cx="160496" cy="2527183"/>
                <a:chOff x="666369" y="1547019"/>
                <a:chExt cx="160496" cy="2527183"/>
              </a:xfrm>
            </p:grpSpPr>
            <p:cxnSp>
              <p:nvCxnSpPr>
                <p:cNvPr id="51" name="Gerader Verbinder 50">
                  <a:extLst>
                    <a:ext uri="{FF2B5EF4-FFF2-40B4-BE49-F238E27FC236}">
                      <a16:creationId xmlns:a16="http://schemas.microsoft.com/office/drawing/2014/main" id="{5CF9CF67-4054-DF9C-3F4B-1CC1FAD2AB4F}"/>
                    </a:ext>
                  </a:extLst>
                </p:cNvPr>
                <p:cNvCxnSpPr>
                  <a:cxnSpLocks/>
                  <a:endCxn id="15" idx="3"/>
                </p:cNvCxnSpPr>
                <p:nvPr/>
              </p:nvCxnSpPr>
              <p:spPr>
                <a:xfrm flipH="1">
                  <a:off x="746617" y="1547019"/>
                  <a:ext cx="3427" cy="2321853"/>
                </a:xfrm>
                <a:prstGeom prst="line">
                  <a:avLst/>
                </a:prstGeom>
                <a:ln w="19050">
                  <a:solidFill>
                    <a:srgbClr val="00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" name="Gruppieren 2">
                  <a:extLst>
                    <a:ext uri="{FF2B5EF4-FFF2-40B4-BE49-F238E27FC236}">
                      <a16:creationId xmlns:a16="http://schemas.microsoft.com/office/drawing/2014/main" id="{B63DCE2C-DC7C-5577-EF6D-58F2001ED475}"/>
                    </a:ext>
                  </a:extLst>
                </p:cNvPr>
                <p:cNvGrpSpPr/>
                <p:nvPr/>
              </p:nvGrpSpPr>
              <p:grpSpPr>
                <a:xfrm>
                  <a:off x="666369" y="1664319"/>
                  <a:ext cx="160496" cy="2409883"/>
                  <a:chOff x="6762354" y="2615584"/>
                  <a:chExt cx="176268" cy="2646699"/>
                </a:xfrm>
              </p:grpSpPr>
              <p:sp>
                <p:nvSpPr>
                  <p:cNvPr id="15" name="Gleichschenkliges Dreieck 14">
                    <a:extLst>
                      <a:ext uri="{FF2B5EF4-FFF2-40B4-BE49-F238E27FC236}">
                        <a16:creationId xmlns:a16="http://schemas.microsoft.com/office/drawing/2014/main" id="{F860287E-3684-3603-963D-3F2FEE51CE11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6762354" y="5036775"/>
                    <a:ext cx="176268" cy="225508"/>
                  </a:xfrm>
                  <a:prstGeom prst="triangle">
                    <a:avLst/>
                  </a:prstGeom>
                  <a:solidFill>
                    <a:srgbClr val="000000"/>
                  </a:solidFill>
                  <a:ln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indent="0" algn="l">
                      <a:spcBef>
                        <a:spcPts val="400"/>
                      </a:spcBef>
                      <a:buFont typeface="Arial" panose="020B0604020202020204" pitchFamily="34" charset="0"/>
                      <a:buNone/>
                    </a:pPr>
                    <a:endParaRPr lang="en-US" sz="1800" noProof="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6" name="Ellipse 15">
                    <a:extLst>
                      <a:ext uri="{FF2B5EF4-FFF2-40B4-BE49-F238E27FC236}">
                        <a16:creationId xmlns:a16="http://schemas.microsoft.com/office/drawing/2014/main" id="{134EFEA8-92FD-3FA7-30E1-519AC27B25B6}"/>
                      </a:ext>
                    </a:extLst>
                  </p:cNvPr>
                  <p:cNvSpPr/>
                  <p:nvPr/>
                </p:nvSpPr>
                <p:spPr>
                  <a:xfrm>
                    <a:off x="6805486" y="2615584"/>
                    <a:ext cx="90000" cy="90000"/>
                  </a:xfrm>
                  <a:prstGeom prst="ellipse">
                    <a:avLst/>
                  </a:prstGeom>
                  <a:solidFill>
                    <a:srgbClr val="000000"/>
                  </a:solidFill>
                  <a:ln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indent="0" algn="l">
                      <a:spcBef>
                        <a:spcPts val="400"/>
                      </a:spcBef>
                      <a:buFont typeface="Arial" panose="020B0604020202020204" pitchFamily="34" charset="0"/>
                      <a:buNone/>
                    </a:pPr>
                    <a:endParaRPr lang="en-US" sz="1800" noProof="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7" name="Ellipse 16">
                    <a:extLst>
                      <a:ext uri="{FF2B5EF4-FFF2-40B4-BE49-F238E27FC236}">
                        <a16:creationId xmlns:a16="http://schemas.microsoft.com/office/drawing/2014/main" id="{9802481D-C048-1BE8-58B1-B51657A013BB}"/>
                      </a:ext>
                    </a:extLst>
                  </p:cNvPr>
                  <p:cNvSpPr/>
                  <p:nvPr/>
                </p:nvSpPr>
                <p:spPr>
                  <a:xfrm>
                    <a:off x="6805486" y="3311821"/>
                    <a:ext cx="90000" cy="90000"/>
                  </a:xfrm>
                  <a:prstGeom prst="ellipse">
                    <a:avLst/>
                  </a:prstGeom>
                  <a:solidFill>
                    <a:srgbClr val="000000"/>
                  </a:solidFill>
                  <a:ln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indent="0" algn="l">
                      <a:spcBef>
                        <a:spcPts val="400"/>
                      </a:spcBef>
                      <a:buFont typeface="Arial" panose="020B0604020202020204" pitchFamily="34" charset="0"/>
                      <a:buNone/>
                    </a:pPr>
                    <a:endParaRPr lang="en-US" sz="1800" noProof="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8" name="Ellipse 17">
                    <a:extLst>
                      <a:ext uri="{FF2B5EF4-FFF2-40B4-BE49-F238E27FC236}">
                        <a16:creationId xmlns:a16="http://schemas.microsoft.com/office/drawing/2014/main" id="{3EE9CC09-E8A8-21BE-3902-317AE80799B9}"/>
                      </a:ext>
                    </a:extLst>
                  </p:cNvPr>
                  <p:cNvSpPr/>
                  <p:nvPr/>
                </p:nvSpPr>
                <p:spPr>
                  <a:xfrm>
                    <a:off x="6805486" y="4704297"/>
                    <a:ext cx="90000" cy="90000"/>
                  </a:xfrm>
                  <a:prstGeom prst="ellipse">
                    <a:avLst/>
                  </a:prstGeom>
                  <a:solidFill>
                    <a:srgbClr val="0068B4"/>
                  </a:solidFill>
                  <a:ln>
                    <a:solidFill>
                      <a:srgbClr val="0068B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indent="0" algn="l">
                      <a:spcBef>
                        <a:spcPts val="400"/>
                      </a:spcBef>
                      <a:buFont typeface="Arial" panose="020B0604020202020204" pitchFamily="34" charset="0"/>
                      <a:buNone/>
                    </a:pPr>
                    <a:endParaRPr lang="en-US" sz="1800" noProof="0" dirty="0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41" name="Ellipse 40">
                <a:extLst>
                  <a:ext uri="{FF2B5EF4-FFF2-40B4-BE49-F238E27FC236}">
                    <a16:creationId xmlns:a16="http://schemas.microsoft.com/office/drawing/2014/main" id="{7DBE6F67-0951-CE4F-18A6-C989C7B498B5}"/>
                  </a:ext>
                </a:extLst>
              </p:cNvPr>
              <p:cNvSpPr/>
              <p:nvPr/>
            </p:nvSpPr>
            <p:spPr>
              <a:xfrm>
                <a:off x="706021" y="2932199"/>
                <a:ext cx="81947" cy="81947"/>
              </a:xfrm>
              <a:prstGeom prst="ellipse">
                <a:avLst/>
              </a:prstGeom>
              <a:solidFill>
                <a:srgbClr val="0068B4"/>
              </a:solidFill>
              <a:ln>
                <a:solidFill>
                  <a:srgbClr val="0068B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indent="0" algn="l">
                  <a:spcBef>
                    <a:spcPts val="400"/>
                  </a:spcBef>
                  <a:buFont typeface="Arial" panose="020B0604020202020204" pitchFamily="34" charset="0"/>
                  <a:buNone/>
                </a:pPr>
                <a:endParaRPr lang="en-US" sz="1800" noProof="0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9F29E4CE-B3CB-F877-4376-6181E16A3988}"/>
                </a:ext>
              </a:extLst>
            </p:cNvPr>
            <p:cNvCxnSpPr>
              <a:cxnSpLocks/>
              <a:stCxn id="41" idx="4"/>
              <a:endCxn id="15" idx="3"/>
            </p:cNvCxnSpPr>
            <p:nvPr/>
          </p:nvCxnSpPr>
          <p:spPr>
            <a:xfrm flipH="1">
              <a:off x="750599" y="2817275"/>
              <a:ext cx="378" cy="854726"/>
            </a:xfrm>
            <a:prstGeom prst="line">
              <a:avLst/>
            </a:prstGeom>
            <a:ln w="19050">
              <a:solidFill>
                <a:srgbClr val="0068B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extfeld 1">
            <a:extLst>
              <a:ext uri="{FF2B5EF4-FFF2-40B4-BE49-F238E27FC236}">
                <a16:creationId xmlns:a16="http://schemas.microsoft.com/office/drawing/2014/main" id="{E029580F-2341-2542-166D-B338FBE50CFB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[7]</a:t>
            </a:r>
          </a:p>
        </p:txBody>
      </p:sp>
    </p:spTree>
    <p:extLst>
      <p:ext uri="{BB962C8B-B14F-4D97-AF65-F5344CB8AC3E}">
        <p14:creationId xmlns:p14="http://schemas.microsoft.com/office/powerpoint/2010/main" val="16436688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E73B6B48-5DBE-2AF8-57CC-4C3B632636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96DB8B13-BEC0-1D1F-BAF5-6E3E8BA48DAC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086"/>
            <a:ext cx="8420571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Isolation Forest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2F74A049-654E-458D-F1A1-8B6EAD49A735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FCB63554-640B-6098-0C72-09CA35D16F9C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E7F3C4AB-4B84-98F7-1C5D-D2C232EA44B6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8F78BA1A-C441-5BDC-E631-43714DD047EA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E53A6C86-4942-4D2E-7FA5-E7666ED39BD9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30781FE1-7A37-4BA1-B3E8-45A8F17187C2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35655D89-ED08-64A7-A410-4729191498DF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6881A04A-7337-4DCE-727B-B6220CD1B914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370CE877-A16B-7D5B-1F54-0530778E664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15</a:t>
            </a:fld>
            <a:r>
              <a:rPr lang="en-US" noProof="0" dirty="0"/>
              <a:t> / 39</a:t>
            </a:r>
          </a:p>
        </p:txBody>
      </p:sp>
      <p:sp>
        <p:nvSpPr>
          <p:cNvPr id="3" name="Ellipse 2">
            <a:extLst>
              <a:ext uri="{FF2B5EF4-FFF2-40B4-BE49-F238E27FC236}">
                <a16:creationId xmlns:a16="http://schemas.microsoft.com/office/drawing/2014/main" id="{D6407492-DA74-0A0E-25C5-0BA8E61AEC34}"/>
              </a:ext>
            </a:extLst>
          </p:cNvPr>
          <p:cNvSpPr/>
          <p:nvPr/>
        </p:nvSpPr>
        <p:spPr>
          <a:xfrm>
            <a:off x="6316613" y="102368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949BED88-809F-BC0D-D147-F77DA2620D44}"/>
              </a:ext>
            </a:extLst>
          </p:cNvPr>
          <p:cNvSpPr/>
          <p:nvPr/>
        </p:nvSpPr>
        <p:spPr>
          <a:xfrm>
            <a:off x="6124513" y="1394390"/>
            <a:ext cx="192100" cy="192100"/>
          </a:xfrm>
          <a:prstGeom prst="ellipse">
            <a:avLst/>
          </a:prstGeom>
          <a:solidFill>
            <a:srgbClr val="FF4B4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73DEC4E2-531D-FACA-C197-40533ADA281F}"/>
              </a:ext>
            </a:extLst>
          </p:cNvPr>
          <p:cNvSpPr/>
          <p:nvPr/>
        </p:nvSpPr>
        <p:spPr>
          <a:xfrm>
            <a:off x="6508652" y="139439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A8E39B25-6D14-2EDC-CBC2-D2E35E6EBC7A}"/>
              </a:ext>
            </a:extLst>
          </p:cNvPr>
          <p:cNvSpPr/>
          <p:nvPr/>
        </p:nvSpPr>
        <p:spPr>
          <a:xfrm>
            <a:off x="6316613" y="176510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B6196B26-49E1-F4F9-7CD2-FC5C4ECC009B}"/>
              </a:ext>
            </a:extLst>
          </p:cNvPr>
          <p:cNvSpPr/>
          <p:nvPr/>
        </p:nvSpPr>
        <p:spPr>
          <a:xfrm>
            <a:off x="6700752" y="176510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CDE524BD-2E8D-1792-33B8-B8F43E4C4DBA}"/>
              </a:ext>
            </a:extLst>
          </p:cNvPr>
          <p:cNvSpPr/>
          <p:nvPr/>
        </p:nvSpPr>
        <p:spPr>
          <a:xfrm>
            <a:off x="6124513" y="213581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43D22010-4C16-4107-F2E3-1CB0645D3427}"/>
              </a:ext>
            </a:extLst>
          </p:cNvPr>
          <p:cNvSpPr/>
          <p:nvPr/>
        </p:nvSpPr>
        <p:spPr>
          <a:xfrm>
            <a:off x="6316613" y="2502128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Ellipse 22">
            <a:extLst>
              <a:ext uri="{FF2B5EF4-FFF2-40B4-BE49-F238E27FC236}">
                <a16:creationId xmlns:a16="http://schemas.microsoft.com/office/drawing/2014/main" id="{DE855C4B-CADD-2288-9E81-3F0B193C4D69}"/>
              </a:ext>
            </a:extLst>
          </p:cNvPr>
          <p:cNvSpPr/>
          <p:nvPr/>
        </p:nvSpPr>
        <p:spPr>
          <a:xfrm>
            <a:off x="5932413" y="2502128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6B5F56CD-BBE1-A8E2-51A7-7B4211D62086}"/>
              </a:ext>
            </a:extLst>
          </p:cNvPr>
          <p:cNvCxnSpPr>
            <a:cxnSpLocks/>
            <a:stCxn id="3" idx="3"/>
            <a:endCxn id="13" idx="0"/>
          </p:cNvCxnSpPr>
          <p:nvPr/>
        </p:nvCxnSpPr>
        <p:spPr>
          <a:xfrm flipH="1">
            <a:off x="6220563" y="1187648"/>
            <a:ext cx="124182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67AD66B3-78AF-E275-CB57-15A38DEF67CF}"/>
              </a:ext>
            </a:extLst>
          </p:cNvPr>
          <p:cNvCxnSpPr>
            <a:cxnSpLocks/>
            <a:stCxn id="3" idx="5"/>
            <a:endCxn id="14" idx="0"/>
          </p:cNvCxnSpPr>
          <p:nvPr/>
        </p:nvCxnSpPr>
        <p:spPr>
          <a:xfrm>
            <a:off x="6480581" y="1187648"/>
            <a:ext cx="124121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EC84ACB4-A807-CCA3-6D7F-A4CC7F6D6FB4}"/>
              </a:ext>
            </a:extLst>
          </p:cNvPr>
          <p:cNvCxnSpPr>
            <a:cxnSpLocks/>
            <a:stCxn id="14" idx="5"/>
            <a:endCxn id="16" idx="0"/>
          </p:cNvCxnSpPr>
          <p:nvPr/>
        </p:nvCxnSpPr>
        <p:spPr>
          <a:xfrm>
            <a:off x="6672620" y="1558358"/>
            <a:ext cx="124182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519D5418-3458-A9AD-A895-446612DEA0DC}"/>
              </a:ext>
            </a:extLst>
          </p:cNvPr>
          <p:cNvCxnSpPr>
            <a:cxnSpLocks/>
            <a:stCxn id="14" idx="3"/>
            <a:endCxn id="15" idx="0"/>
          </p:cNvCxnSpPr>
          <p:nvPr/>
        </p:nvCxnSpPr>
        <p:spPr>
          <a:xfrm flipH="1">
            <a:off x="6412663" y="1558358"/>
            <a:ext cx="124121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BD2D90C4-E025-F001-C6F4-F937E45CBB38}"/>
              </a:ext>
            </a:extLst>
          </p:cNvPr>
          <p:cNvCxnSpPr>
            <a:cxnSpLocks/>
            <a:stCxn id="15" idx="3"/>
            <a:endCxn id="17" idx="0"/>
          </p:cNvCxnSpPr>
          <p:nvPr/>
        </p:nvCxnSpPr>
        <p:spPr>
          <a:xfrm flipH="1">
            <a:off x="6220563" y="1929068"/>
            <a:ext cx="124182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C7C5BD0D-E8C7-9513-A2B6-7649608A8908}"/>
              </a:ext>
            </a:extLst>
          </p:cNvPr>
          <p:cNvCxnSpPr>
            <a:cxnSpLocks/>
            <a:stCxn id="17" idx="3"/>
            <a:endCxn id="23" idx="0"/>
          </p:cNvCxnSpPr>
          <p:nvPr/>
        </p:nvCxnSpPr>
        <p:spPr>
          <a:xfrm flipH="1">
            <a:off x="6028463" y="2299778"/>
            <a:ext cx="124182" cy="2023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D39FE545-2CD1-1CEB-D9CE-C011C855B816}"/>
              </a:ext>
            </a:extLst>
          </p:cNvPr>
          <p:cNvCxnSpPr>
            <a:cxnSpLocks/>
            <a:stCxn id="17" idx="5"/>
            <a:endCxn id="19" idx="0"/>
          </p:cNvCxnSpPr>
          <p:nvPr/>
        </p:nvCxnSpPr>
        <p:spPr>
          <a:xfrm>
            <a:off x="6288481" y="2299778"/>
            <a:ext cx="124182" cy="2023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Ellipse 52">
            <a:extLst>
              <a:ext uri="{FF2B5EF4-FFF2-40B4-BE49-F238E27FC236}">
                <a16:creationId xmlns:a16="http://schemas.microsoft.com/office/drawing/2014/main" id="{E727F1DD-8D59-B82C-5546-0384F8FBAEDE}"/>
              </a:ext>
            </a:extLst>
          </p:cNvPr>
          <p:cNvSpPr/>
          <p:nvPr/>
        </p:nvSpPr>
        <p:spPr>
          <a:xfrm>
            <a:off x="7910922" y="102368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4" name="Ellipse 53">
            <a:extLst>
              <a:ext uri="{FF2B5EF4-FFF2-40B4-BE49-F238E27FC236}">
                <a16:creationId xmlns:a16="http://schemas.microsoft.com/office/drawing/2014/main" id="{A78898DE-7210-AA2D-3626-E2A7FF9291F0}"/>
              </a:ext>
            </a:extLst>
          </p:cNvPr>
          <p:cNvSpPr/>
          <p:nvPr/>
        </p:nvSpPr>
        <p:spPr>
          <a:xfrm>
            <a:off x="7718822" y="1394390"/>
            <a:ext cx="192100" cy="192100"/>
          </a:xfrm>
          <a:prstGeom prst="ellipse">
            <a:avLst/>
          </a:prstGeom>
          <a:solidFill>
            <a:srgbClr val="F2F2F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5" name="Ellipse 54">
            <a:extLst>
              <a:ext uri="{FF2B5EF4-FFF2-40B4-BE49-F238E27FC236}">
                <a16:creationId xmlns:a16="http://schemas.microsoft.com/office/drawing/2014/main" id="{E9EEFE3A-9ED5-F740-41A3-76D5CA890796}"/>
              </a:ext>
            </a:extLst>
          </p:cNvPr>
          <p:cNvSpPr/>
          <p:nvPr/>
        </p:nvSpPr>
        <p:spPr>
          <a:xfrm>
            <a:off x="8102961" y="139439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6" name="Ellipse 55">
            <a:extLst>
              <a:ext uri="{FF2B5EF4-FFF2-40B4-BE49-F238E27FC236}">
                <a16:creationId xmlns:a16="http://schemas.microsoft.com/office/drawing/2014/main" id="{035DCCB3-9D32-30D9-C9AD-3F0E776727A9}"/>
              </a:ext>
            </a:extLst>
          </p:cNvPr>
          <p:cNvSpPr/>
          <p:nvPr/>
        </p:nvSpPr>
        <p:spPr>
          <a:xfrm>
            <a:off x="7910922" y="176510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7" name="Ellipse 56">
            <a:extLst>
              <a:ext uri="{FF2B5EF4-FFF2-40B4-BE49-F238E27FC236}">
                <a16:creationId xmlns:a16="http://schemas.microsoft.com/office/drawing/2014/main" id="{54D0B181-03B6-3A9C-B7AD-37D3731F0FCB}"/>
              </a:ext>
            </a:extLst>
          </p:cNvPr>
          <p:cNvSpPr/>
          <p:nvPr/>
        </p:nvSpPr>
        <p:spPr>
          <a:xfrm>
            <a:off x="8295061" y="176510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8" name="Ellipse 57">
            <a:extLst>
              <a:ext uri="{FF2B5EF4-FFF2-40B4-BE49-F238E27FC236}">
                <a16:creationId xmlns:a16="http://schemas.microsoft.com/office/drawing/2014/main" id="{BA5BBB05-8A26-6CD8-5A47-051585E2F315}"/>
              </a:ext>
            </a:extLst>
          </p:cNvPr>
          <p:cNvSpPr/>
          <p:nvPr/>
        </p:nvSpPr>
        <p:spPr>
          <a:xfrm>
            <a:off x="7718822" y="213581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9" name="Ellipse 58">
            <a:extLst>
              <a:ext uri="{FF2B5EF4-FFF2-40B4-BE49-F238E27FC236}">
                <a16:creationId xmlns:a16="http://schemas.microsoft.com/office/drawing/2014/main" id="{E3CDC496-1165-F8EA-89BB-24EC065339DB}"/>
              </a:ext>
            </a:extLst>
          </p:cNvPr>
          <p:cNvSpPr/>
          <p:nvPr/>
        </p:nvSpPr>
        <p:spPr>
          <a:xfrm>
            <a:off x="7910922" y="2502128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0" name="Ellipse 59">
            <a:extLst>
              <a:ext uri="{FF2B5EF4-FFF2-40B4-BE49-F238E27FC236}">
                <a16:creationId xmlns:a16="http://schemas.microsoft.com/office/drawing/2014/main" id="{A8FB7951-F29B-B523-CF79-C12D127535C3}"/>
              </a:ext>
            </a:extLst>
          </p:cNvPr>
          <p:cNvSpPr/>
          <p:nvPr/>
        </p:nvSpPr>
        <p:spPr>
          <a:xfrm>
            <a:off x="7526722" y="2502128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D1D1A934-8BB7-7BC7-75D5-363501DC68B8}"/>
              </a:ext>
            </a:extLst>
          </p:cNvPr>
          <p:cNvCxnSpPr>
            <a:cxnSpLocks/>
            <a:stCxn id="53" idx="3"/>
            <a:endCxn id="54" idx="0"/>
          </p:cNvCxnSpPr>
          <p:nvPr/>
        </p:nvCxnSpPr>
        <p:spPr>
          <a:xfrm flipH="1">
            <a:off x="7814872" y="1187648"/>
            <a:ext cx="124182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B8478282-016C-3585-5A92-DC863156312E}"/>
              </a:ext>
            </a:extLst>
          </p:cNvPr>
          <p:cNvCxnSpPr>
            <a:cxnSpLocks/>
            <a:stCxn id="53" idx="5"/>
            <a:endCxn id="55" idx="0"/>
          </p:cNvCxnSpPr>
          <p:nvPr/>
        </p:nvCxnSpPr>
        <p:spPr>
          <a:xfrm>
            <a:off x="8074890" y="1187648"/>
            <a:ext cx="124121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E30DB282-BFCB-3447-8455-E83AC0534ADB}"/>
              </a:ext>
            </a:extLst>
          </p:cNvPr>
          <p:cNvCxnSpPr>
            <a:cxnSpLocks/>
            <a:stCxn id="55" idx="5"/>
            <a:endCxn id="57" idx="0"/>
          </p:cNvCxnSpPr>
          <p:nvPr/>
        </p:nvCxnSpPr>
        <p:spPr>
          <a:xfrm>
            <a:off x="8266929" y="1558358"/>
            <a:ext cx="124182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Gerader Verbinder 191">
            <a:extLst>
              <a:ext uri="{FF2B5EF4-FFF2-40B4-BE49-F238E27FC236}">
                <a16:creationId xmlns:a16="http://schemas.microsoft.com/office/drawing/2014/main" id="{561AD4B5-7A13-68B5-CF8C-D25741D32C82}"/>
              </a:ext>
            </a:extLst>
          </p:cNvPr>
          <p:cNvCxnSpPr>
            <a:cxnSpLocks/>
            <a:stCxn id="55" idx="3"/>
            <a:endCxn id="56" idx="0"/>
          </p:cNvCxnSpPr>
          <p:nvPr/>
        </p:nvCxnSpPr>
        <p:spPr>
          <a:xfrm flipH="1">
            <a:off x="8006972" y="1558358"/>
            <a:ext cx="124121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Gerader Verbinder 192">
            <a:extLst>
              <a:ext uri="{FF2B5EF4-FFF2-40B4-BE49-F238E27FC236}">
                <a16:creationId xmlns:a16="http://schemas.microsoft.com/office/drawing/2014/main" id="{A5930E52-5E70-1ADE-0C30-B42BD04855A9}"/>
              </a:ext>
            </a:extLst>
          </p:cNvPr>
          <p:cNvCxnSpPr>
            <a:cxnSpLocks/>
            <a:stCxn id="56" idx="3"/>
            <a:endCxn id="58" idx="0"/>
          </p:cNvCxnSpPr>
          <p:nvPr/>
        </p:nvCxnSpPr>
        <p:spPr>
          <a:xfrm flipH="1">
            <a:off x="7814872" y="1929068"/>
            <a:ext cx="124182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Gerader Verbinder 193">
            <a:extLst>
              <a:ext uri="{FF2B5EF4-FFF2-40B4-BE49-F238E27FC236}">
                <a16:creationId xmlns:a16="http://schemas.microsoft.com/office/drawing/2014/main" id="{F83D32B8-B12A-355E-3059-7398E849849E}"/>
              </a:ext>
            </a:extLst>
          </p:cNvPr>
          <p:cNvCxnSpPr>
            <a:cxnSpLocks/>
            <a:stCxn id="58" idx="3"/>
            <a:endCxn id="60" idx="0"/>
          </p:cNvCxnSpPr>
          <p:nvPr/>
        </p:nvCxnSpPr>
        <p:spPr>
          <a:xfrm flipH="1">
            <a:off x="7622772" y="2299778"/>
            <a:ext cx="124182" cy="2023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Gerader Verbinder 194">
            <a:extLst>
              <a:ext uri="{FF2B5EF4-FFF2-40B4-BE49-F238E27FC236}">
                <a16:creationId xmlns:a16="http://schemas.microsoft.com/office/drawing/2014/main" id="{A8C1EA79-ABB7-CA6E-6585-9BCB026E7371}"/>
              </a:ext>
            </a:extLst>
          </p:cNvPr>
          <p:cNvCxnSpPr>
            <a:cxnSpLocks/>
            <a:stCxn id="58" idx="5"/>
            <a:endCxn id="59" idx="0"/>
          </p:cNvCxnSpPr>
          <p:nvPr/>
        </p:nvCxnSpPr>
        <p:spPr>
          <a:xfrm>
            <a:off x="7882790" y="2299778"/>
            <a:ext cx="124182" cy="2023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6" name="Ellipse 195">
            <a:extLst>
              <a:ext uri="{FF2B5EF4-FFF2-40B4-BE49-F238E27FC236}">
                <a16:creationId xmlns:a16="http://schemas.microsoft.com/office/drawing/2014/main" id="{192637B9-B1C7-917E-CCBC-6CEFF8795DC7}"/>
              </a:ext>
            </a:extLst>
          </p:cNvPr>
          <p:cNvSpPr/>
          <p:nvPr/>
        </p:nvSpPr>
        <p:spPr>
          <a:xfrm>
            <a:off x="7526722" y="176510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97" name="Gerader Verbinder 196">
            <a:extLst>
              <a:ext uri="{FF2B5EF4-FFF2-40B4-BE49-F238E27FC236}">
                <a16:creationId xmlns:a16="http://schemas.microsoft.com/office/drawing/2014/main" id="{157ECC07-956F-A014-663E-E3101D63AC2A}"/>
              </a:ext>
            </a:extLst>
          </p:cNvPr>
          <p:cNvCxnSpPr>
            <a:cxnSpLocks/>
            <a:stCxn id="54" idx="3"/>
            <a:endCxn id="196" idx="0"/>
          </p:cNvCxnSpPr>
          <p:nvPr/>
        </p:nvCxnSpPr>
        <p:spPr>
          <a:xfrm flipH="1">
            <a:off x="7622772" y="1558358"/>
            <a:ext cx="124182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Ellipse 199">
            <a:extLst>
              <a:ext uri="{FF2B5EF4-FFF2-40B4-BE49-F238E27FC236}">
                <a16:creationId xmlns:a16="http://schemas.microsoft.com/office/drawing/2014/main" id="{DC6E3065-40E8-93C1-2EDB-AB5E76547B71}"/>
              </a:ext>
            </a:extLst>
          </p:cNvPr>
          <p:cNvSpPr/>
          <p:nvPr/>
        </p:nvSpPr>
        <p:spPr>
          <a:xfrm>
            <a:off x="6344745" y="3024253"/>
            <a:ext cx="192100" cy="192100"/>
          </a:xfrm>
          <a:prstGeom prst="ellipse">
            <a:avLst/>
          </a:prstGeom>
          <a:solidFill>
            <a:srgbClr val="FF4B4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1" name="Ellipse 200">
            <a:extLst>
              <a:ext uri="{FF2B5EF4-FFF2-40B4-BE49-F238E27FC236}">
                <a16:creationId xmlns:a16="http://schemas.microsoft.com/office/drawing/2014/main" id="{A6A0B93D-EFA3-F584-6CC3-106054D1FD58}"/>
              </a:ext>
            </a:extLst>
          </p:cNvPr>
          <p:cNvSpPr/>
          <p:nvPr/>
        </p:nvSpPr>
        <p:spPr>
          <a:xfrm>
            <a:off x="6344684" y="3291418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2" name="Textfeld 19">
            <a:extLst>
              <a:ext uri="{FF2B5EF4-FFF2-40B4-BE49-F238E27FC236}">
                <a16:creationId xmlns:a16="http://schemas.microsoft.com/office/drawing/2014/main" id="{0AF7B777-98CB-64D1-5874-6A313C72F129}"/>
              </a:ext>
            </a:extLst>
          </p:cNvPr>
          <p:cNvSpPr txBox="1"/>
          <p:nvPr/>
        </p:nvSpPr>
        <p:spPr>
          <a:xfrm>
            <a:off x="6575317" y="2941136"/>
            <a:ext cx="2205253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latin typeface="+mn-lt"/>
              </a:rPr>
              <a:t>Outlier</a:t>
            </a:r>
          </a:p>
          <a:p>
            <a:r>
              <a:rPr lang="en-US" sz="1700" dirty="0">
                <a:latin typeface="+mn-lt"/>
              </a:rPr>
              <a:t>Regular data point</a:t>
            </a:r>
          </a:p>
        </p:txBody>
      </p:sp>
      <p:sp>
        <p:nvSpPr>
          <p:cNvPr id="204" name="Textfeld 203">
            <a:extLst>
              <a:ext uri="{FF2B5EF4-FFF2-40B4-BE49-F238E27FC236}">
                <a16:creationId xmlns:a16="http://schemas.microsoft.com/office/drawing/2014/main" id="{C5E38BF2-E5EF-3A42-FB6F-92B1037BC169}"/>
              </a:ext>
            </a:extLst>
          </p:cNvPr>
          <p:cNvSpPr txBox="1"/>
          <p:nvPr/>
        </p:nvSpPr>
        <p:spPr>
          <a:xfrm>
            <a:off x="947840" y="1332845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latin typeface="+mn-lt"/>
              </a:rPr>
              <a:t>Create random splits to isolate </a:t>
            </a:r>
            <a:r>
              <a:rPr lang="en-US" sz="1700" dirty="0">
                <a:latin typeface="+mn-lt"/>
              </a:rPr>
              <a:t>all data points</a:t>
            </a:r>
            <a:endParaRPr lang="en-US" sz="1700" noProof="0" dirty="0">
              <a:latin typeface="+mn-lt"/>
            </a:endParaRPr>
          </a:p>
        </p:txBody>
      </p:sp>
      <p:sp>
        <p:nvSpPr>
          <p:cNvPr id="205" name="Textfeld 204">
            <a:extLst>
              <a:ext uri="{FF2B5EF4-FFF2-40B4-BE49-F238E27FC236}">
                <a16:creationId xmlns:a16="http://schemas.microsoft.com/office/drawing/2014/main" id="{B997FEB9-585B-A25F-9AFC-B4A0BC40FDE1}"/>
              </a:ext>
            </a:extLst>
          </p:cNvPr>
          <p:cNvSpPr txBox="1"/>
          <p:nvPr/>
        </p:nvSpPr>
        <p:spPr>
          <a:xfrm>
            <a:off x="947840" y="1969700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latin typeface="+mn-lt"/>
              </a:rPr>
              <a:t>Compute the anomaly score</a:t>
            </a:r>
          </a:p>
        </p:txBody>
      </p:sp>
      <p:sp>
        <p:nvSpPr>
          <p:cNvPr id="206" name="Textfeld 205">
            <a:extLst>
              <a:ext uri="{FF2B5EF4-FFF2-40B4-BE49-F238E27FC236}">
                <a16:creationId xmlns:a16="http://schemas.microsoft.com/office/drawing/2014/main" id="{D38EACB7-6425-00CE-00E8-C613EA417615}"/>
              </a:ext>
            </a:extLst>
          </p:cNvPr>
          <p:cNvSpPr txBox="1"/>
          <p:nvPr/>
        </p:nvSpPr>
        <p:spPr>
          <a:xfrm>
            <a:off x="947840" y="2599329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Determine the outliers using a threshold for the score</a:t>
            </a:r>
            <a:endParaRPr lang="en-US" sz="1700" noProof="0" dirty="0">
              <a:latin typeface="+mn-lt"/>
            </a:endParaRPr>
          </a:p>
        </p:txBody>
      </p:sp>
      <p:grpSp>
        <p:nvGrpSpPr>
          <p:cNvPr id="207" name="Gruppieren 206">
            <a:extLst>
              <a:ext uri="{FF2B5EF4-FFF2-40B4-BE49-F238E27FC236}">
                <a16:creationId xmlns:a16="http://schemas.microsoft.com/office/drawing/2014/main" id="{57DFF7C2-99A9-2F37-B9FF-E3B142A06F80}"/>
              </a:ext>
            </a:extLst>
          </p:cNvPr>
          <p:cNvGrpSpPr/>
          <p:nvPr/>
        </p:nvGrpSpPr>
        <p:grpSpPr>
          <a:xfrm>
            <a:off x="670348" y="1350148"/>
            <a:ext cx="160496" cy="1866796"/>
            <a:chOff x="666366" y="1547019"/>
            <a:chExt cx="160496" cy="1866796"/>
          </a:xfrm>
        </p:grpSpPr>
        <p:grpSp>
          <p:nvGrpSpPr>
            <p:cNvPr id="208" name="Gruppieren 207">
              <a:extLst>
                <a:ext uri="{FF2B5EF4-FFF2-40B4-BE49-F238E27FC236}">
                  <a16:creationId xmlns:a16="http://schemas.microsoft.com/office/drawing/2014/main" id="{790AA10F-FEDA-8F72-75F0-713795A0A629}"/>
                </a:ext>
              </a:extLst>
            </p:cNvPr>
            <p:cNvGrpSpPr/>
            <p:nvPr/>
          </p:nvGrpSpPr>
          <p:grpSpPr>
            <a:xfrm>
              <a:off x="666366" y="1547019"/>
              <a:ext cx="160496" cy="1866796"/>
              <a:chOff x="666366" y="1547019"/>
              <a:chExt cx="160496" cy="1866796"/>
            </a:xfrm>
          </p:grpSpPr>
          <p:cxnSp>
            <p:nvCxnSpPr>
              <p:cNvPr id="210" name="Gerader Verbinder 209">
                <a:extLst>
                  <a:ext uri="{FF2B5EF4-FFF2-40B4-BE49-F238E27FC236}">
                    <a16:creationId xmlns:a16="http://schemas.microsoft.com/office/drawing/2014/main" id="{8C59F7E1-8760-9AA1-94AB-464745194EE8}"/>
                  </a:ext>
                </a:extLst>
              </p:cNvPr>
              <p:cNvCxnSpPr>
                <a:cxnSpLocks/>
                <a:endCxn id="212" idx="3"/>
              </p:cNvCxnSpPr>
              <p:nvPr/>
            </p:nvCxnSpPr>
            <p:spPr>
              <a:xfrm flipH="1">
                <a:off x="746614" y="1547019"/>
                <a:ext cx="3430" cy="1661466"/>
              </a:xfrm>
              <a:prstGeom prst="line">
                <a:avLst/>
              </a:prstGeom>
              <a:ln w="19050">
                <a:solidFill>
                  <a:srgbClr val="0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11" name="Gruppieren 210">
                <a:extLst>
                  <a:ext uri="{FF2B5EF4-FFF2-40B4-BE49-F238E27FC236}">
                    <a16:creationId xmlns:a16="http://schemas.microsoft.com/office/drawing/2014/main" id="{AAD69ED2-54E2-05BE-9F87-73D25E9540FD}"/>
                  </a:ext>
                </a:extLst>
              </p:cNvPr>
              <p:cNvGrpSpPr/>
              <p:nvPr/>
            </p:nvGrpSpPr>
            <p:grpSpPr>
              <a:xfrm>
                <a:off x="666366" y="1664321"/>
                <a:ext cx="160496" cy="1749494"/>
                <a:chOff x="6762351" y="2615586"/>
                <a:chExt cx="176268" cy="1921414"/>
              </a:xfrm>
            </p:grpSpPr>
            <p:sp>
              <p:nvSpPr>
                <p:cNvPr id="212" name="Gleichschenkliges Dreieck 211">
                  <a:extLst>
                    <a:ext uri="{FF2B5EF4-FFF2-40B4-BE49-F238E27FC236}">
                      <a16:creationId xmlns:a16="http://schemas.microsoft.com/office/drawing/2014/main" id="{FC190AA2-71EE-F566-C58F-11794CF44639}"/>
                    </a:ext>
                  </a:extLst>
                </p:cNvPr>
                <p:cNvSpPr/>
                <p:nvPr/>
              </p:nvSpPr>
              <p:spPr>
                <a:xfrm rot="10800000">
                  <a:off x="6762351" y="4311493"/>
                  <a:ext cx="176268" cy="225507"/>
                </a:xfrm>
                <a:prstGeom prst="triangl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3" name="Ellipse 212">
                  <a:extLst>
                    <a:ext uri="{FF2B5EF4-FFF2-40B4-BE49-F238E27FC236}">
                      <a16:creationId xmlns:a16="http://schemas.microsoft.com/office/drawing/2014/main" id="{6E3A130B-8147-9682-273A-1730D3490DDA}"/>
                    </a:ext>
                  </a:extLst>
                </p:cNvPr>
                <p:cNvSpPr/>
                <p:nvPr/>
              </p:nvSpPr>
              <p:spPr>
                <a:xfrm>
                  <a:off x="6808652" y="2615586"/>
                  <a:ext cx="90000" cy="90000"/>
                </a:xfrm>
                <a:prstGeom prst="ellips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4" name="Ellipse 213">
                  <a:extLst>
                    <a:ext uri="{FF2B5EF4-FFF2-40B4-BE49-F238E27FC236}">
                      <a16:creationId xmlns:a16="http://schemas.microsoft.com/office/drawing/2014/main" id="{E2D80DA5-D6B3-4BBF-3FD3-CB21E6CB2078}"/>
                    </a:ext>
                  </a:extLst>
                </p:cNvPr>
                <p:cNvSpPr/>
                <p:nvPr/>
              </p:nvSpPr>
              <p:spPr>
                <a:xfrm>
                  <a:off x="6805486" y="3311821"/>
                  <a:ext cx="90000" cy="90000"/>
                </a:xfrm>
                <a:prstGeom prst="ellips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</p:grpSp>
        </p:grpSp>
        <p:sp>
          <p:nvSpPr>
            <p:cNvPr id="209" name="Ellipse 208">
              <a:extLst>
                <a:ext uri="{FF2B5EF4-FFF2-40B4-BE49-F238E27FC236}">
                  <a16:creationId xmlns:a16="http://schemas.microsoft.com/office/drawing/2014/main" id="{184FB634-E35F-0264-EF50-958659BD933D}"/>
                </a:ext>
              </a:extLst>
            </p:cNvPr>
            <p:cNvSpPr/>
            <p:nvPr/>
          </p:nvSpPr>
          <p:spPr>
            <a:xfrm>
              <a:off x="706021" y="2932199"/>
              <a:ext cx="81947" cy="8194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l">
                <a:spcBef>
                  <a:spcPts val="400"/>
                </a:spcBef>
                <a:buFont typeface="Arial" panose="020B0604020202020204" pitchFamily="34" charset="0"/>
                <a:buNone/>
              </a:pPr>
              <a:endParaRPr lang="en-US" sz="1800" noProof="0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808309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996F92FD-FB96-1F89-0FC0-EE3A46F257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7C32DBDE-37D3-7822-290D-E8BA183F6478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89671E7D-39B4-59B6-2D73-C9C217388AE0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09AE5676-76BE-CD0A-C6C8-F4FC402167F1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C5A6E122-B581-B94D-39A2-6A98B98F74A2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3B29B6C4-63A2-FA1C-BF66-87B34965771C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CB8FF58C-1FBE-B615-88D5-AEA971657B3E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89A260FB-D2D0-70D9-D509-5DBBA403D6E0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2" name="Google Shape;206;p15">
            <a:extLst>
              <a:ext uri="{FF2B5EF4-FFF2-40B4-BE49-F238E27FC236}">
                <a16:creationId xmlns:a16="http://schemas.microsoft.com/office/drawing/2014/main" id="{516FDEA9-948D-5E54-2920-98AFA5B80DA6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 N. Wijemanne</a:t>
            </a:r>
          </a:p>
        </p:txBody>
      </p:sp>
      <p:sp>
        <p:nvSpPr>
          <p:cNvPr id="13" name="Foliennummernplatzhalter 12">
            <a:extLst>
              <a:ext uri="{FF2B5EF4-FFF2-40B4-BE49-F238E27FC236}">
                <a16:creationId xmlns:a16="http://schemas.microsoft.com/office/drawing/2014/main" id="{6F9B47E6-9EAA-CA0D-4E5B-3409E4ED07E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16</a:t>
            </a:fld>
            <a:r>
              <a:rPr lang="en-US" noProof="0" dirty="0"/>
              <a:t> / 39</a:t>
            </a:r>
          </a:p>
        </p:txBody>
      </p:sp>
      <p:sp>
        <p:nvSpPr>
          <p:cNvPr id="3" name="Ellipse 2">
            <a:extLst>
              <a:ext uri="{FF2B5EF4-FFF2-40B4-BE49-F238E27FC236}">
                <a16:creationId xmlns:a16="http://schemas.microsoft.com/office/drawing/2014/main" id="{E1D39FF4-7EE5-A1EB-75E7-885F8EE43126}"/>
              </a:ext>
            </a:extLst>
          </p:cNvPr>
          <p:cNvSpPr/>
          <p:nvPr/>
        </p:nvSpPr>
        <p:spPr>
          <a:xfrm>
            <a:off x="6940586" y="1972149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4F66AE34-0B7D-C80D-9001-691D090E59F4}"/>
              </a:ext>
            </a:extLst>
          </p:cNvPr>
          <p:cNvSpPr/>
          <p:nvPr/>
        </p:nvSpPr>
        <p:spPr>
          <a:xfrm>
            <a:off x="6934826" y="2328729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2CEF8FD7-F2E1-13D5-4790-5F0002F21E33}"/>
              </a:ext>
            </a:extLst>
          </p:cNvPr>
          <p:cNvSpPr/>
          <p:nvPr/>
        </p:nvSpPr>
        <p:spPr>
          <a:xfrm>
            <a:off x="7320552" y="1972149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6CAB171C-F793-DC45-4C38-52DD1D4C659F}"/>
              </a:ext>
            </a:extLst>
          </p:cNvPr>
          <p:cNvSpPr/>
          <p:nvPr/>
        </p:nvSpPr>
        <p:spPr>
          <a:xfrm>
            <a:off x="7320552" y="2332462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E8461DA9-0B66-9D83-D130-CAF5485A6AE4}"/>
              </a:ext>
            </a:extLst>
          </p:cNvPr>
          <p:cNvSpPr/>
          <p:nvPr/>
        </p:nvSpPr>
        <p:spPr>
          <a:xfrm>
            <a:off x="7700518" y="197214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Ellipse 26">
            <a:extLst>
              <a:ext uri="{FF2B5EF4-FFF2-40B4-BE49-F238E27FC236}">
                <a16:creationId xmlns:a16="http://schemas.microsoft.com/office/drawing/2014/main" id="{67C8C6B4-6D54-0DD8-8F43-06B6831BAE21}"/>
              </a:ext>
            </a:extLst>
          </p:cNvPr>
          <p:cNvSpPr/>
          <p:nvPr/>
        </p:nvSpPr>
        <p:spPr>
          <a:xfrm>
            <a:off x="8080484" y="197214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8" name="Ellipse 27">
            <a:extLst>
              <a:ext uri="{FF2B5EF4-FFF2-40B4-BE49-F238E27FC236}">
                <a16:creationId xmlns:a16="http://schemas.microsoft.com/office/drawing/2014/main" id="{127D1ADF-DDF1-3EE4-9F18-A45B426362F6}"/>
              </a:ext>
            </a:extLst>
          </p:cNvPr>
          <p:cNvSpPr/>
          <p:nvPr/>
        </p:nvSpPr>
        <p:spPr>
          <a:xfrm>
            <a:off x="7704819" y="232872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Ellipse 28">
            <a:extLst>
              <a:ext uri="{FF2B5EF4-FFF2-40B4-BE49-F238E27FC236}">
                <a16:creationId xmlns:a16="http://schemas.microsoft.com/office/drawing/2014/main" id="{5B235E82-4662-C4C2-8F0E-ED79FC384AB8}"/>
              </a:ext>
            </a:extLst>
          </p:cNvPr>
          <p:cNvSpPr/>
          <p:nvPr/>
        </p:nvSpPr>
        <p:spPr>
          <a:xfrm>
            <a:off x="8080484" y="232872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0" name="Ellipse 29">
            <a:extLst>
              <a:ext uri="{FF2B5EF4-FFF2-40B4-BE49-F238E27FC236}">
                <a16:creationId xmlns:a16="http://schemas.microsoft.com/office/drawing/2014/main" id="{9890EC71-8E83-182E-EA46-EB36335F4ED4}"/>
              </a:ext>
            </a:extLst>
          </p:cNvPr>
          <p:cNvSpPr/>
          <p:nvPr/>
        </p:nvSpPr>
        <p:spPr>
          <a:xfrm>
            <a:off x="7700518" y="161556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Ellipse 30">
            <a:extLst>
              <a:ext uri="{FF2B5EF4-FFF2-40B4-BE49-F238E27FC236}">
                <a16:creationId xmlns:a16="http://schemas.microsoft.com/office/drawing/2014/main" id="{75B88058-F19E-8072-AAA6-500FC3CE85A5}"/>
              </a:ext>
            </a:extLst>
          </p:cNvPr>
          <p:cNvSpPr/>
          <p:nvPr/>
        </p:nvSpPr>
        <p:spPr>
          <a:xfrm>
            <a:off x="8080484" y="1612443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2" name="Ellipse 31">
            <a:extLst>
              <a:ext uri="{FF2B5EF4-FFF2-40B4-BE49-F238E27FC236}">
                <a16:creationId xmlns:a16="http://schemas.microsoft.com/office/drawing/2014/main" id="{2C5EE53B-B8FA-77D2-2633-589F2BB6995E}"/>
              </a:ext>
            </a:extLst>
          </p:cNvPr>
          <p:cNvSpPr/>
          <p:nvPr/>
        </p:nvSpPr>
        <p:spPr>
          <a:xfrm>
            <a:off x="8080484" y="1252737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3" name="Ellipse 32">
            <a:extLst>
              <a:ext uri="{FF2B5EF4-FFF2-40B4-BE49-F238E27FC236}">
                <a16:creationId xmlns:a16="http://schemas.microsoft.com/office/drawing/2014/main" id="{22BC8B3B-57D6-5F47-8653-E00FDA3CA6B2}"/>
              </a:ext>
            </a:extLst>
          </p:cNvPr>
          <p:cNvSpPr/>
          <p:nvPr/>
        </p:nvSpPr>
        <p:spPr>
          <a:xfrm>
            <a:off x="7708736" y="268530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4" name="Ellipse 33">
            <a:extLst>
              <a:ext uri="{FF2B5EF4-FFF2-40B4-BE49-F238E27FC236}">
                <a16:creationId xmlns:a16="http://schemas.microsoft.com/office/drawing/2014/main" id="{C08CFCAA-AA6F-6677-2CD5-1A818FE5F490}"/>
              </a:ext>
            </a:extLst>
          </p:cNvPr>
          <p:cNvSpPr/>
          <p:nvPr/>
        </p:nvSpPr>
        <p:spPr>
          <a:xfrm>
            <a:off x="8080484" y="268530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5" name="Ellipse 34">
            <a:extLst>
              <a:ext uri="{FF2B5EF4-FFF2-40B4-BE49-F238E27FC236}">
                <a16:creationId xmlns:a16="http://schemas.microsoft.com/office/drawing/2014/main" id="{612C3B91-3DA2-3EBC-CC8D-29DA0A9D8C89}"/>
              </a:ext>
            </a:extLst>
          </p:cNvPr>
          <p:cNvSpPr/>
          <p:nvPr/>
        </p:nvSpPr>
        <p:spPr>
          <a:xfrm>
            <a:off x="8080484" y="304188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B33A619D-582E-BF58-9499-35C959CD1B09}"/>
              </a:ext>
            </a:extLst>
          </p:cNvPr>
          <p:cNvCxnSpPr>
            <a:cxnSpLocks/>
            <a:stCxn id="15" idx="6"/>
            <a:endCxn id="17" idx="2"/>
          </p:cNvCxnSpPr>
          <p:nvPr/>
        </p:nvCxnSpPr>
        <p:spPr>
          <a:xfrm>
            <a:off x="7512652" y="2068199"/>
            <a:ext cx="187866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5A116A2D-5DF1-D772-DC45-B1C7D6747808}"/>
              </a:ext>
            </a:extLst>
          </p:cNvPr>
          <p:cNvCxnSpPr>
            <a:cxnSpLocks/>
            <a:stCxn id="15" idx="6"/>
            <a:endCxn id="30" idx="2"/>
          </p:cNvCxnSpPr>
          <p:nvPr/>
        </p:nvCxnSpPr>
        <p:spPr>
          <a:xfrm flipV="1">
            <a:off x="7512652" y="1711619"/>
            <a:ext cx="187866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84407F87-5B6F-7698-6CD1-BDECC04D92D6}"/>
              </a:ext>
            </a:extLst>
          </p:cNvPr>
          <p:cNvCxnSpPr>
            <a:cxnSpLocks/>
            <a:stCxn id="15" idx="6"/>
            <a:endCxn id="28" idx="2"/>
          </p:cNvCxnSpPr>
          <p:nvPr/>
        </p:nvCxnSpPr>
        <p:spPr>
          <a:xfrm>
            <a:off x="7512652" y="2068199"/>
            <a:ext cx="192167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65CDC9ED-3199-CC3F-DA06-9ADEEE74710B}"/>
              </a:ext>
            </a:extLst>
          </p:cNvPr>
          <p:cNvCxnSpPr>
            <a:cxnSpLocks/>
            <a:stCxn id="15" idx="6"/>
            <a:endCxn id="33" idx="2"/>
          </p:cNvCxnSpPr>
          <p:nvPr/>
        </p:nvCxnSpPr>
        <p:spPr>
          <a:xfrm>
            <a:off x="7512652" y="2068199"/>
            <a:ext cx="196084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3BE0B6E2-D8A3-5AB8-3A33-AEBCB004948E}"/>
              </a:ext>
            </a:extLst>
          </p:cNvPr>
          <p:cNvCxnSpPr>
            <a:cxnSpLocks/>
            <a:stCxn id="16" idx="6"/>
            <a:endCxn id="33" idx="2"/>
          </p:cNvCxnSpPr>
          <p:nvPr/>
        </p:nvCxnSpPr>
        <p:spPr>
          <a:xfrm>
            <a:off x="7512652" y="2428512"/>
            <a:ext cx="196084" cy="3528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6A89C9C5-862F-DB6F-5C4A-D11C667EF5F4}"/>
              </a:ext>
            </a:extLst>
          </p:cNvPr>
          <p:cNvCxnSpPr>
            <a:cxnSpLocks/>
            <a:stCxn id="16" idx="6"/>
            <a:endCxn id="28" idx="2"/>
          </p:cNvCxnSpPr>
          <p:nvPr/>
        </p:nvCxnSpPr>
        <p:spPr>
          <a:xfrm flipV="1">
            <a:off x="7512652" y="2424779"/>
            <a:ext cx="192167" cy="373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Gerader Verbinder 56">
            <a:extLst>
              <a:ext uri="{FF2B5EF4-FFF2-40B4-BE49-F238E27FC236}">
                <a16:creationId xmlns:a16="http://schemas.microsoft.com/office/drawing/2014/main" id="{BD593E1F-D17F-194C-AD98-526C88083F35}"/>
              </a:ext>
            </a:extLst>
          </p:cNvPr>
          <p:cNvCxnSpPr>
            <a:cxnSpLocks/>
            <a:stCxn id="17" idx="2"/>
            <a:endCxn id="16" idx="6"/>
          </p:cNvCxnSpPr>
          <p:nvPr/>
        </p:nvCxnSpPr>
        <p:spPr>
          <a:xfrm flipH="1">
            <a:off x="7512652" y="2068199"/>
            <a:ext cx="187866" cy="36031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Gerader Verbinder 59">
            <a:extLst>
              <a:ext uri="{FF2B5EF4-FFF2-40B4-BE49-F238E27FC236}">
                <a16:creationId xmlns:a16="http://schemas.microsoft.com/office/drawing/2014/main" id="{7B63E764-C570-F906-9C24-B14747D67174}"/>
              </a:ext>
            </a:extLst>
          </p:cNvPr>
          <p:cNvCxnSpPr>
            <a:cxnSpLocks/>
            <a:stCxn id="30" idx="2"/>
            <a:endCxn id="16" idx="6"/>
          </p:cNvCxnSpPr>
          <p:nvPr/>
        </p:nvCxnSpPr>
        <p:spPr>
          <a:xfrm flipH="1">
            <a:off x="7512652" y="1711619"/>
            <a:ext cx="187866" cy="71689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C79CE026-AE2D-6C9A-FD10-867EF587E671}"/>
              </a:ext>
            </a:extLst>
          </p:cNvPr>
          <p:cNvCxnSpPr>
            <a:cxnSpLocks/>
            <a:stCxn id="35" idx="2"/>
            <a:endCxn id="33" idx="6"/>
          </p:cNvCxnSpPr>
          <p:nvPr/>
        </p:nvCxnSpPr>
        <p:spPr>
          <a:xfrm flipH="1" flipV="1">
            <a:off x="7900836" y="2781359"/>
            <a:ext cx="179648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Gerader Verbinder 193">
            <a:extLst>
              <a:ext uri="{FF2B5EF4-FFF2-40B4-BE49-F238E27FC236}">
                <a16:creationId xmlns:a16="http://schemas.microsoft.com/office/drawing/2014/main" id="{CB031104-4862-71A5-F5E7-57DEF4203050}"/>
              </a:ext>
            </a:extLst>
          </p:cNvPr>
          <p:cNvCxnSpPr>
            <a:cxnSpLocks/>
            <a:stCxn id="34" idx="2"/>
            <a:endCxn id="33" idx="6"/>
          </p:cNvCxnSpPr>
          <p:nvPr/>
        </p:nvCxnSpPr>
        <p:spPr>
          <a:xfrm flipH="1">
            <a:off x="7900836" y="2781359"/>
            <a:ext cx="17964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Gerader Verbinder 196">
            <a:extLst>
              <a:ext uri="{FF2B5EF4-FFF2-40B4-BE49-F238E27FC236}">
                <a16:creationId xmlns:a16="http://schemas.microsoft.com/office/drawing/2014/main" id="{E80B8471-EC4C-F653-D176-DCC0D4A0C9C5}"/>
              </a:ext>
            </a:extLst>
          </p:cNvPr>
          <p:cNvCxnSpPr>
            <a:cxnSpLocks/>
            <a:stCxn id="29" idx="2"/>
            <a:endCxn id="33" idx="6"/>
          </p:cNvCxnSpPr>
          <p:nvPr/>
        </p:nvCxnSpPr>
        <p:spPr>
          <a:xfrm flipH="1">
            <a:off x="7900836" y="2424779"/>
            <a:ext cx="179648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Gerader Verbinder 199">
            <a:extLst>
              <a:ext uri="{FF2B5EF4-FFF2-40B4-BE49-F238E27FC236}">
                <a16:creationId xmlns:a16="http://schemas.microsoft.com/office/drawing/2014/main" id="{96519E16-AC3D-C93B-9896-00ED7BDB9595}"/>
              </a:ext>
            </a:extLst>
          </p:cNvPr>
          <p:cNvCxnSpPr>
            <a:cxnSpLocks/>
            <a:stCxn id="27" idx="2"/>
            <a:endCxn id="33" idx="6"/>
          </p:cNvCxnSpPr>
          <p:nvPr/>
        </p:nvCxnSpPr>
        <p:spPr>
          <a:xfrm flipH="1">
            <a:off x="7900836" y="2068199"/>
            <a:ext cx="179648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Gerader Verbinder 202">
            <a:extLst>
              <a:ext uri="{FF2B5EF4-FFF2-40B4-BE49-F238E27FC236}">
                <a16:creationId xmlns:a16="http://schemas.microsoft.com/office/drawing/2014/main" id="{128EBC76-584E-B731-5F70-DB9640DC3428}"/>
              </a:ext>
            </a:extLst>
          </p:cNvPr>
          <p:cNvCxnSpPr>
            <a:cxnSpLocks/>
            <a:stCxn id="31" idx="2"/>
            <a:endCxn id="33" idx="6"/>
          </p:cNvCxnSpPr>
          <p:nvPr/>
        </p:nvCxnSpPr>
        <p:spPr>
          <a:xfrm flipH="1">
            <a:off x="7900836" y="1708493"/>
            <a:ext cx="179648" cy="107286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Gerader Verbinder 205">
            <a:extLst>
              <a:ext uri="{FF2B5EF4-FFF2-40B4-BE49-F238E27FC236}">
                <a16:creationId xmlns:a16="http://schemas.microsoft.com/office/drawing/2014/main" id="{E535C433-7266-F48B-0383-02816FBD6625}"/>
              </a:ext>
            </a:extLst>
          </p:cNvPr>
          <p:cNvCxnSpPr>
            <a:cxnSpLocks/>
            <a:stCxn id="32" idx="2"/>
            <a:endCxn id="33" idx="6"/>
          </p:cNvCxnSpPr>
          <p:nvPr/>
        </p:nvCxnSpPr>
        <p:spPr>
          <a:xfrm flipH="1">
            <a:off x="7900836" y="1348787"/>
            <a:ext cx="179648" cy="143257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Gerader Verbinder 208">
            <a:extLst>
              <a:ext uri="{FF2B5EF4-FFF2-40B4-BE49-F238E27FC236}">
                <a16:creationId xmlns:a16="http://schemas.microsoft.com/office/drawing/2014/main" id="{54034C47-2D6B-53D6-6D10-87DD70CC5304}"/>
              </a:ext>
            </a:extLst>
          </p:cNvPr>
          <p:cNvCxnSpPr>
            <a:cxnSpLocks/>
            <a:stCxn id="28" idx="6"/>
            <a:endCxn id="35" idx="2"/>
          </p:cNvCxnSpPr>
          <p:nvPr/>
        </p:nvCxnSpPr>
        <p:spPr>
          <a:xfrm>
            <a:off x="7896919" y="2424779"/>
            <a:ext cx="183565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Gerader Verbinder 211">
            <a:extLst>
              <a:ext uri="{FF2B5EF4-FFF2-40B4-BE49-F238E27FC236}">
                <a16:creationId xmlns:a16="http://schemas.microsoft.com/office/drawing/2014/main" id="{E92707AA-88F1-0F3F-0FBB-2DEFFA4B0E7B}"/>
              </a:ext>
            </a:extLst>
          </p:cNvPr>
          <p:cNvCxnSpPr>
            <a:cxnSpLocks/>
            <a:stCxn id="28" idx="6"/>
            <a:endCxn id="34" idx="2"/>
          </p:cNvCxnSpPr>
          <p:nvPr/>
        </p:nvCxnSpPr>
        <p:spPr>
          <a:xfrm>
            <a:off x="7896919" y="2424779"/>
            <a:ext cx="183565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Gerader Verbinder 214">
            <a:extLst>
              <a:ext uri="{FF2B5EF4-FFF2-40B4-BE49-F238E27FC236}">
                <a16:creationId xmlns:a16="http://schemas.microsoft.com/office/drawing/2014/main" id="{2E288195-B20E-4418-AAC1-FA6143FB5219}"/>
              </a:ext>
            </a:extLst>
          </p:cNvPr>
          <p:cNvCxnSpPr>
            <a:cxnSpLocks/>
            <a:stCxn id="28" idx="6"/>
            <a:endCxn id="29" idx="2"/>
          </p:cNvCxnSpPr>
          <p:nvPr/>
        </p:nvCxnSpPr>
        <p:spPr>
          <a:xfrm>
            <a:off x="7896919" y="2424779"/>
            <a:ext cx="18356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Gerader Verbinder 217">
            <a:extLst>
              <a:ext uri="{FF2B5EF4-FFF2-40B4-BE49-F238E27FC236}">
                <a16:creationId xmlns:a16="http://schemas.microsoft.com/office/drawing/2014/main" id="{BED38DBB-9D4A-5F1C-26B8-3888DA90836C}"/>
              </a:ext>
            </a:extLst>
          </p:cNvPr>
          <p:cNvCxnSpPr>
            <a:cxnSpLocks/>
            <a:stCxn id="28" idx="6"/>
            <a:endCxn id="27" idx="2"/>
          </p:cNvCxnSpPr>
          <p:nvPr/>
        </p:nvCxnSpPr>
        <p:spPr>
          <a:xfrm flipV="1">
            <a:off x="7896919" y="2068199"/>
            <a:ext cx="183565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Gerader Verbinder 220">
            <a:extLst>
              <a:ext uri="{FF2B5EF4-FFF2-40B4-BE49-F238E27FC236}">
                <a16:creationId xmlns:a16="http://schemas.microsoft.com/office/drawing/2014/main" id="{8634DA4D-AE97-E49D-F05C-60CE88F587DB}"/>
              </a:ext>
            </a:extLst>
          </p:cNvPr>
          <p:cNvCxnSpPr>
            <a:cxnSpLocks/>
            <a:stCxn id="28" idx="6"/>
            <a:endCxn id="31" idx="2"/>
          </p:cNvCxnSpPr>
          <p:nvPr/>
        </p:nvCxnSpPr>
        <p:spPr>
          <a:xfrm flipV="1">
            <a:off x="7896919" y="1708493"/>
            <a:ext cx="183565" cy="71628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Gerader Verbinder 224">
            <a:extLst>
              <a:ext uri="{FF2B5EF4-FFF2-40B4-BE49-F238E27FC236}">
                <a16:creationId xmlns:a16="http://schemas.microsoft.com/office/drawing/2014/main" id="{743BDDE8-BB30-50DB-E213-50C896ED0862}"/>
              </a:ext>
            </a:extLst>
          </p:cNvPr>
          <p:cNvCxnSpPr>
            <a:cxnSpLocks/>
            <a:stCxn id="28" idx="6"/>
            <a:endCxn id="32" idx="2"/>
          </p:cNvCxnSpPr>
          <p:nvPr/>
        </p:nvCxnSpPr>
        <p:spPr>
          <a:xfrm flipV="1">
            <a:off x="7896919" y="1348787"/>
            <a:ext cx="183565" cy="107599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Gerader Verbinder 227">
            <a:extLst>
              <a:ext uri="{FF2B5EF4-FFF2-40B4-BE49-F238E27FC236}">
                <a16:creationId xmlns:a16="http://schemas.microsoft.com/office/drawing/2014/main" id="{6536701A-58DD-EE61-DB71-A57956787764}"/>
              </a:ext>
            </a:extLst>
          </p:cNvPr>
          <p:cNvCxnSpPr>
            <a:cxnSpLocks/>
            <a:stCxn id="17" idx="6"/>
            <a:endCxn id="35" idx="2"/>
          </p:cNvCxnSpPr>
          <p:nvPr/>
        </p:nvCxnSpPr>
        <p:spPr>
          <a:xfrm>
            <a:off x="7892618" y="2068199"/>
            <a:ext cx="187866" cy="106974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Gerader Verbinder 230">
            <a:extLst>
              <a:ext uri="{FF2B5EF4-FFF2-40B4-BE49-F238E27FC236}">
                <a16:creationId xmlns:a16="http://schemas.microsoft.com/office/drawing/2014/main" id="{C646CB29-289F-3923-485E-8F05AF8320CA}"/>
              </a:ext>
            </a:extLst>
          </p:cNvPr>
          <p:cNvCxnSpPr>
            <a:cxnSpLocks/>
            <a:stCxn id="17" idx="6"/>
            <a:endCxn id="34" idx="2"/>
          </p:cNvCxnSpPr>
          <p:nvPr/>
        </p:nvCxnSpPr>
        <p:spPr>
          <a:xfrm>
            <a:off x="7892618" y="2068199"/>
            <a:ext cx="187866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4" name="Gerader Verbinder 233">
            <a:extLst>
              <a:ext uri="{FF2B5EF4-FFF2-40B4-BE49-F238E27FC236}">
                <a16:creationId xmlns:a16="http://schemas.microsoft.com/office/drawing/2014/main" id="{4B7E0E08-59F1-AFDE-D3DB-70B3B9DF1941}"/>
              </a:ext>
            </a:extLst>
          </p:cNvPr>
          <p:cNvCxnSpPr>
            <a:cxnSpLocks/>
            <a:stCxn id="17" idx="6"/>
            <a:endCxn id="29" idx="2"/>
          </p:cNvCxnSpPr>
          <p:nvPr/>
        </p:nvCxnSpPr>
        <p:spPr>
          <a:xfrm>
            <a:off x="7892618" y="2068199"/>
            <a:ext cx="187866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Gerader Verbinder 236">
            <a:extLst>
              <a:ext uri="{FF2B5EF4-FFF2-40B4-BE49-F238E27FC236}">
                <a16:creationId xmlns:a16="http://schemas.microsoft.com/office/drawing/2014/main" id="{340B198E-AB28-7AAB-7877-8B9C88B3D1BB}"/>
              </a:ext>
            </a:extLst>
          </p:cNvPr>
          <p:cNvCxnSpPr>
            <a:cxnSpLocks/>
            <a:stCxn id="17" idx="6"/>
            <a:endCxn id="27" idx="2"/>
          </p:cNvCxnSpPr>
          <p:nvPr/>
        </p:nvCxnSpPr>
        <p:spPr>
          <a:xfrm>
            <a:off x="7892618" y="2068199"/>
            <a:ext cx="187866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0" name="Gerader Verbinder 239">
            <a:extLst>
              <a:ext uri="{FF2B5EF4-FFF2-40B4-BE49-F238E27FC236}">
                <a16:creationId xmlns:a16="http://schemas.microsoft.com/office/drawing/2014/main" id="{9C60B81B-ED2C-FCED-35FF-C9394CD117A3}"/>
              </a:ext>
            </a:extLst>
          </p:cNvPr>
          <p:cNvCxnSpPr>
            <a:cxnSpLocks/>
            <a:stCxn id="17" idx="6"/>
            <a:endCxn id="31" idx="2"/>
          </p:cNvCxnSpPr>
          <p:nvPr/>
        </p:nvCxnSpPr>
        <p:spPr>
          <a:xfrm flipV="1">
            <a:off x="7892618" y="1708493"/>
            <a:ext cx="187866" cy="35970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3" name="Gerader Verbinder 242">
            <a:extLst>
              <a:ext uri="{FF2B5EF4-FFF2-40B4-BE49-F238E27FC236}">
                <a16:creationId xmlns:a16="http://schemas.microsoft.com/office/drawing/2014/main" id="{B6277C44-E45B-56B7-C76C-C86696CD667B}"/>
              </a:ext>
            </a:extLst>
          </p:cNvPr>
          <p:cNvCxnSpPr>
            <a:cxnSpLocks/>
            <a:stCxn id="17" idx="6"/>
            <a:endCxn id="32" idx="2"/>
          </p:cNvCxnSpPr>
          <p:nvPr/>
        </p:nvCxnSpPr>
        <p:spPr>
          <a:xfrm flipV="1">
            <a:off x="7892618" y="1348787"/>
            <a:ext cx="187866" cy="71941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Gerader Verbinder 245">
            <a:extLst>
              <a:ext uri="{FF2B5EF4-FFF2-40B4-BE49-F238E27FC236}">
                <a16:creationId xmlns:a16="http://schemas.microsoft.com/office/drawing/2014/main" id="{B55D5FD3-C56F-B737-0946-3CDC2920E46F}"/>
              </a:ext>
            </a:extLst>
          </p:cNvPr>
          <p:cNvCxnSpPr>
            <a:cxnSpLocks/>
            <a:stCxn id="32" idx="2"/>
            <a:endCxn id="30" idx="6"/>
          </p:cNvCxnSpPr>
          <p:nvPr/>
        </p:nvCxnSpPr>
        <p:spPr>
          <a:xfrm flipH="1">
            <a:off x="7892618" y="1348787"/>
            <a:ext cx="187866" cy="36283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Gerader Verbinder 248">
            <a:extLst>
              <a:ext uri="{FF2B5EF4-FFF2-40B4-BE49-F238E27FC236}">
                <a16:creationId xmlns:a16="http://schemas.microsoft.com/office/drawing/2014/main" id="{29164AEE-A5E4-3BF4-34BE-8911395E986B}"/>
              </a:ext>
            </a:extLst>
          </p:cNvPr>
          <p:cNvCxnSpPr>
            <a:cxnSpLocks/>
            <a:stCxn id="31" idx="2"/>
            <a:endCxn id="30" idx="6"/>
          </p:cNvCxnSpPr>
          <p:nvPr/>
        </p:nvCxnSpPr>
        <p:spPr>
          <a:xfrm flipH="1">
            <a:off x="7892618" y="1708493"/>
            <a:ext cx="187866" cy="312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2" name="Gerader Verbinder 251">
            <a:extLst>
              <a:ext uri="{FF2B5EF4-FFF2-40B4-BE49-F238E27FC236}">
                <a16:creationId xmlns:a16="http://schemas.microsoft.com/office/drawing/2014/main" id="{41A6B309-8BE2-9C78-D3EE-477A06FED811}"/>
              </a:ext>
            </a:extLst>
          </p:cNvPr>
          <p:cNvCxnSpPr>
            <a:cxnSpLocks/>
            <a:stCxn id="27" idx="2"/>
            <a:endCxn id="30" idx="6"/>
          </p:cNvCxnSpPr>
          <p:nvPr/>
        </p:nvCxnSpPr>
        <p:spPr>
          <a:xfrm flipH="1" flipV="1">
            <a:off x="7892618" y="1711619"/>
            <a:ext cx="187866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5" name="Gerader Verbinder 254">
            <a:extLst>
              <a:ext uri="{FF2B5EF4-FFF2-40B4-BE49-F238E27FC236}">
                <a16:creationId xmlns:a16="http://schemas.microsoft.com/office/drawing/2014/main" id="{7060528B-0A2A-7EE6-A216-2DE0B00A997A}"/>
              </a:ext>
            </a:extLst>
          </p:cNvPr>
          <p:cNvCxnSpPr>
            <a:cxnSpLocks/>
            <a:stCxn id="29" idx="2"/>
            <a:endCxn id="30" idx="6"/>
          </p:cNvCxnSpPr>
          <p:nvPr/>
        </p:nvCxnSpPr>
        <p:spPr>
          <a:xfrm flipH="1" flipV="1">
            <a:off x="7892618" y="1711619"/>
            <a:ext cx="187866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0" name="Gerader Verbinder 2049">
            <a:extLst>
              <a:ext uri="{FF2B5EF4-FFF2-40B4-BE49-F238E27FC236}">
                <a16:creationId xmlns:a16="http://schemas.microsoft.com/office/drawing/2014/main" id="{2BFD9C5A-5640-C440-F798-9F6B07A587C0}"/>
              </a:ext>
            </a:extLst>
          </p:cNvPr>
          <p:cNvCxnSpPr>
            <a:cxnSpLocks/>
            <a:stCxn id="34" idx="2"/>
            <a:endCxn id="30" idx="6"/>
          </p:cNvCxnSpPr>
          <p:nvPr/>
        </p:nvCxnSpPr>
        <p:spPr>
          <a:xfrm flipH="1" flipV="1">
            <a:off x="7892618" y="1711619"/>
            <a:ext cx="187866" cy="106974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4" name="Gerader Verbinder 2053">
            <a:extLst>
              <a:ext uri="{FF2B5EF4-FFF2-40B4-BE49-F238E27FC236}">
                <a16:creationId xmlns:a16="http://schemas.microsoft.com/office/drawing/2014/main" id="{807D0570-8A3C-3E5D-A16A-B761279CDF20}"/>
              </a:ext>
            </a:extLst>
          </p:cNvPr>
          <p:cNvCxnSpPr>
            <a:cxnSpLocks/>
            <a:stCxn id="35" idx="2"/>
            <a:endCxn id="30" idx="6"/>
          </p:cNvCxnSpPr>
          <p:nvPr/>
        </p:nvCxnSpPr>
        <p:spPr>
          <a:xfrm flipH="1" flipV="1">
            <a:off x="7892618" y="1711619"/>
            <a:ext cx="187866" cy="142632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57" name="Ellipse 2056">
            <a:extLst>
              <a:ext uri="{FF2B5EF4-FFF2-40B4-BE49-F238E27FC236}">
                <a16:creationId xmlns:a16="http://schemas.microsoft.com/office/drawing/2014/main" id="{5AA8439E-26AA-F2B8-B0D3-8FD390A30C3C}"/>
              </a:ext>
            </a:extLst>
          </p:cNvPr>
          <p:cNvSpPr/>
          <p:nvPr/>
        </p:nvSpPr>
        <p:spPr>
          <a:xfrm>
            <a:off x="6555623" y="1972149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58" name="Ellipse 2057">
            <a:extLst>
              <a:ext uri="{FF2B5EF4-FFF2-40B4-BE49-F238E27FC236}">
                <a16:creationId xmlns:a16="http://schemas.microsoft.com/office/drawing/2014/main" id="{2C5F9F71-0042-23A8-BBEB-A0350D237712}"/>
              </a:ext>
            </a:extLst>
          </p:cNvPr>
          <p:cNvSpPr/>
          <p:nvPr/>
        </p:nvSpPr>
        <p:spPr>
          <a:xfrm>
            <a:off x="6554735" y="2327618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59" name="Ellipse 2058">
            <a:extLst>
              <a:ext uri="{FF2B5EF4-FFF2-40B4-BE49-F238E27FC236}">
                <a16:creationId xmlns:a16="http://schemas.microsoft.com/office/drawing/2014/main" id="{B8DB423A-F228-00EE-96C6-A5BF9C96A21E}"/>
              </a:ext>
            </a:extLst>
          </p:cNvPr>
          <p:cNvSpPr/>
          <p:nvPr/>
        </p:nvSpPr>
        <p:spPr>
          <a:xfrm>
            <a:off x="6558600" y="1607321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60" name="Ellipse 2059">
            <a:extLst>
              <a:ext uri="{FF2B5EF4-FFF2-40B4-BE49-F238E27FC236}">
                <a16:creationId xmlns:a16="http://schemas.microsoft.com/office/drawing/2014/main" id="{788F7346-1501-D8EA-C125-15BDEA943886}"/>
              </a:ext>
            </a:extLst>
          </p:cNvPr>
          <p:cNvSpPr/>
          <p:nvPr/>
        </p:nvSpPr>
        <p:spPr>
          <a:xfrm>
            <a:off x="6553837" y="1252737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61" name="Ellipse 2060">
            <a:extLst>
              <a:ext uri="{FF2B5EF4-FFF2-40B4-BE49-F238E27FC236}">
                <a16:creationId xmlns:a16="http://schemas.microsoft.com/office/drawing/2014/main" id="{7906A0DA-EF1F-607B-CFEA-D556EC33C7E3}"/>
              </a:ext>
            </a:extLst>
          </p:cNvPr>
          <p:cNvSpPr/>
          <p:nvPr/>
        </p:nvSpPr>
        <p:spPr>
          <a:xfrm>
            <a:off x="6554735" y="2685309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62" name="Ellipse 2061">
            <a:extLst>
              <a:ext uri="{FF2B5EF4-FFF2-40B4-BE49-F238E27FC236}">
                <a16:creationId xmlns:a16="http://schemas.microsoft.com/office/drawing/2014/main" id="{469F44CC-3D20-D6C1-AC93-FF47EBF0FA4B}"/>
              </a:ext>
            </a:extLst>
          </p:cNvPr>
          <p:cNvSpPr/>
          <p:nvPr/>
        </p:nvSpPr>
        <p:spPr>
          <a:xfrm>
            <a:off x="6558600" y="3041889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63" name="Ellipse 2062">
            <a:extLst>
              <a:ext uri="{FF2B5EF4-FFF2-40B4-BE49-F238E27FC236}">
                <a16:creationId xmlns:a16="http://schemas.microsoft.com/office/drawing/2014/main" id="{6BF2110E-E3BC-F2BC-98E5-7CD705EA22B0}"/>
              </a:ext>
            </a:extLst>
          </p:cNvPr>
          <p:cNvSpPr/>
          <p:nvPr/>
        </p:nvSpPr>
        <p:spPr>
          <a:xfrm>
            <a:off x="6942919" y="1607321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64" name="Ellipse 2063">
            <a:extLst>
              <a:ext uri="{FF2B5EF4-FFF2-40B4-BE49-F238E27FC236}">
                <a16:creationId xmlns:a16="http://schemas.microsoft.com/office/drawing/2014/main" id="{BB751A12-3D24-203C-32DA-E4E83845CCAC}"/>
              </a:ext>
            </a:extLst>
          </p:cNvPr>
          <p:cNvSpPr/>
          <p:nvPr/>
        </p:nvSpPr>
        <p:spPr>
          <a:xfrm>
            <a:off x="6942919" y="2685309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065" name="Gerader Verbinder 2064">
            <a:extLst>
              <a:ext uri="{FF2B5EF4-FFF2-40B4-BE49-F238E27FC236}">
                <a16:creationId xmlns:a16="http://schemas.microsoft.com/office/drawing/2014/main" id="{C23E8A9A-8426-7459-8117-4FA4598F5D00}"/>
              </a:ext>
            </a:extLst>
          </p:cNvPr>
          <p:cNvCxnSpPr>
            <a:cxnSpLocks/>
            <a:stCxn id="2064" idx="6"/>
            <a:endCxn id="16" idx="2"/>
          </p:cNvCxnSpPr>
          <p:nvPr/>
        </p:nvCxnSpPr>
        <p:spPr>
          <a:xfrm flipV="1">
            <a:off x="7135019" y="2428512"/>
            <a:ext cx="185533" cy="3528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6" name="Gerader Verbinder 2065">
            <a:extLst>
              <a:ext uri="{FF2B5EF4-FFF2-40B4-BE49-F238E27FC236}">
                <a16:creationId xmlns:a16="http://schemas.microsoft.com/office/drawing/2014/main" id="{60E31BCB-22F4-3691-E577-9393FEE90753}"/>
              </a:ext>
            </a:extLst>
          </p:cNvPr>
          <p:cNvCxnSpPr>
            <a:cxnSpLocks/>
            <a:stCxn id="16" idx="2"/>
            <a:endCxn id="14" idx="6"/>
          </p:cNvCxnSpPr>
          <p:nvPr/>
        </p:nvCxnSpPr>
        <p:spPr>
          <a:xfrm flipH="1" flipV="1">
            <a:off x="7126926" y="2424779"/>
            <a:ext cx="193626" cy="373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1" name="Gerader Verbinder 2070">
            <a:extLst>
              <a:ext uri="{FF2B5EF4-FFF2-40B4-BE49-F238E27FC236}">
                <a16:creationId xmlns:a16="http://schemas.microsoft.com/office/drawing/2014/main" id="{70A34D6E-6C6E-60FA-6113-1F013E123C25}"/>
              </a:ext>
            </a:extLst>
          </p:cNvPr>
          <p:cNvCxnSpPr>
            <a:cxnSpLocks/>
            <a:stCxn id="3" idx="6"/>
            <a:endCxn id="16" idx="2"/>
          </p:cNvCxnSpPr>
          <p:nvPr/>
        </p:nvCxnSpPr>
        <p:spPr>
          <a:xfrm>
            <a:off x="7132686" y="2068199"/>
            <a:ext cx="187866" cy="36031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4" name="Gerader Verbinder 2073">
            <a:extLst>
              <a:ext uri="{FF2B5EF4-FFF2-40B4-BE49-F238E27FC236}">
                <a16:creationId xmlns:a16="http://schemas.microsoft.com/office/drawing/2014/main" id="{16AA00B0-584B-6773-C30E-ED61FEA2D2AA}"/>
              </a:ext>
            </a:extLst>
          </p:cNvPr>
          <p:cNvCxnSpPr>
            <a:cxnSpLocks/>
            <a:stCxn id="2063" idx="6"/>
            <a:endCxn id="16" idx="2"/>
          </p:cNvCxnSpPr>
          <p:nvPr/>
        </p:nvCxnSpPr>
        <p:spPr>
          <a:xfrm>
            <a:off x="7135019" y="1703371"/>
            <a:ext cx="185533" cy="72514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7" name="Gerader Verbinder 2076">
            <a:extLst>
              <a:ext uri="{FF2B5EF4-FFF2-40B4-BE49-F238E27FC236}">
                <a16:creationId xmlns:a16="http://schemas.microsoft.com/office/drawing/2014/main" id="{F5F75E80-1BAB-C96C-87BC-BC07A45B78AC}"/>
              </a:ext>
            </a:extLst>
          </p:cNvPr>
          <p:cNvCxnSpPr>
            <a:cxnSpLocks/>
            <a:stCxn id="2063" idx="6"/>
            <a:endCxn id="15" idx="2"/>
          </p:cNvCxnSpPr>
          <p:nvPr/>
        </p:nvCxnSpPr>
        <p:spPr>
          <a:xfrm>
            <a:off x="7135019" y="1703371"/>
            <a:ext cx="185533" cy="36482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0" name="Gerader Verbinder 2079">
            <a:extLst>
              <a:ext uri="{FF2B5EF4-FFF2-40B4-BE49-F238E27FC236}">
                <a16:creationId xmlns:a16="http://schemas.microsoft.com/office/drawing/2014/main" id="{52B4B1EB-852E-1727-0424-198559649C24}"/>
              </a:ext>
            </a:extLst>
          </p:cNvPr>
          <p:cNvCxnSpPr>
            <a:cxnSpLocks/>
            <a:stCxn id="3" idx="6"/>
            <a:endCxn id="15" idx="2"/>
          </p:cNvCxnSpPr>
          <p:nvPr/>
        </p:nvCxnSpPr>
        <p:spPr>
          <a:xfrm>
            <a:off x="7132686" y="2068199"/>
            <a:ext cx="187866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3" name="Gerader Verbinder 2082">
            <a:extLst>
              <a:ext uri="{FF2B5EF4-FFF2-40B4-BE49-F238E27FC236}">
                <a16:creationId xmlns:a16="http://schemas.microsoft.com/office/drawing/2014/main" id="{68DC0066-1040-5605-FC07-A7332724B781}"/>
              </a:ext>
            </a:extLst>
          </p:cNvPr>
          <p:cNvCxnSpPr>
            <a:cxnSpLocks/>
            <a:stCxn id="14" idx="6"/>
            <a:endCxn id="15" idx="2"/>
          </p:cNvCxnSpPr>
          <p:nvPr/>
        </p:nvCxnSpPr>
        <p:spPr>
          <a:xfrm flipV="1">
            <a:off x="7126926" y="2068199"/>
            <a:ext cx="193626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6" name="Gerader Verbinder 2085">
            <a:extLst>
              <a:ext uri="{FF2B5EF4-FFF2-40B4-BE49-F238E27FC236}">
                <a16:creationId xmlns:a16="http://schemas.microsoft.com/office/drawing/2014/main" id="{25EFB1D9-339A-666D-E8D9-DEDDF185B08C}"/>
              </a:ext>
            </a:extLst>
          </p:cNvPr>
          <p:cNvCxnSpPr>
            <a:cxnSpLocks/>
            <a:stCxn id="2064" idx="6"/>
            <a:endCxn id="15" idx="2"/>
          </p:cNvCxnSpPr>
          <p:nvPr/>
        </p:nvCxnSpPr>
        <p:spPr>
          <a:xfrm flipV="1">
            <a:off x="7135019" y="2068199"/>
            <a:ext cx="185533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9" name="Gerader Verbinder 2088">
            <a:extLst>
              <a:ext uri="{FF2B5EF4-FFF2-40B4-BE49-F238E27FC236}">
                <a16:creationId xmlns:a16="http://schemas.microsoft.com/office/drawing/2014/main" id="{676F942F-3415-DA3A-F905-D96535958245}"/>
              </a:ext>
            </a:extLst>
          </p:cNvPr>
          <p:cNvCxnSpPr>
            <a:cxnSpLocks/>
            <a:stCxn id="2062" idx="6"/>
            <a:endCxn id="2064" idx="2"/>
          </p:cNvCxnSpPr>
          <p:nvPr/>
        </p:nvCxnSpPr>
        <p:spPr>
          <a:xfrm flipV="1">
            <a:off x="6750700" y="2781359"/>
            <a:ext cx="192219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2" name="Gerader Verbinder 2091">
            <a:extLst>
              <a:ext uri="{FF2B5EF4-FFF2-40B4-BE49-F238E27FC236}">
                <a16:creationId xmlns:a16="http://schemas.microsoft.com/office/drawing/2014/main" id="{4E8F319C-C9B8-0B58-EC29-828368BB6E22}"/>
              </a:ext>
            </a:extLst>
          </p:cNvPr>
          <p:cNvCxnSpPr>
            <a:cxnSpLocks/>
            <a:stCxn id="2061" idx="6"/>
            <a:endCxn id="2064" idx="2"/>
          </p:cNvCxnSpPr>
          <p:nvPr/>
        </p:nvCxnSpPr>
        <p:spPr>
          <a:xfrm>
            <a:off x="6746835" y="2781359"/>
            <a:ext cx="19608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5" name="Gerader Verbinder 2094">
            <a:extLst>
              <a:ext uri="{FF2B5EF4-FFF2-40B4-BE49-F238E27FC236}">
                <a16:creationId xmlns:a16="http://schemas.microsoft.com/office/drawing/2014/main" id="{9FFDED81-64AA-F51B-A4EE-9D18CC47C2DE}"/>
              </a:ext>
            </a:extLst>
          </p:cNvPr>
          <p:cNvCxnSpPr>
            <a:cxnSpLocks/>
            <a:stCxn id="2058" idx="6"/>
            <a:endCxn id="2064" idx="2"/>
          </p:cNvCxnSpPr>
          <p:nvPr/>
        </p:nvCxnSpPr>
        <p:spPr>
          <a:xfrm>
            <a:off x="6746835" y="2423668"/>
            <a:ext cx="196084" cy="35769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8" name="Gerader Verbinder 2097">
            <a:extLst>
              <a:ext uri="{FF2B5EF4-FFF2-40B4-BE49-F238E27FC236}">
                <a16:creationId xmlns:a16="http://schemas.microsoft.com/office/drawing/2014/main" id="{04DAF948-146D-7F91-4561-723E949BD26C}"/>
              </a:ext>
            </a:extLst>
          </p:cNvPr>
          <p:cNvCxnSpPr>
            <a:cxnSpLocks/>
            <a:stCxn id="2057" idx="6"/>
            <a:endCxn id="2064" idx="2"/>
          </p:cNvCxnSpPr>
          <p:nvPr/>
        </p:nvCxnSpPr>
        <p:spPr>
          <a:xfrm>
            <a:off x="6747723" y="2068199"/>
            <a:ext cx="195196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1" name="Gerader Verbinder 2100">
            <a:extLst>
              <a:ext uri="{FF2B5EF4-FFF2-40B4-BE49-F238E27FC236}">
                <a16:creationId xmlns:a16="http://schemas.microsoft.com/office/drawing/2014/main" id="{A1D6520B-E4AD-DA20-A8B3-4A517D964170}"/>
              </a:ext>
            </a:extLst>
          </p:cNvPr>
          <p:cNvCxnSpPr>
            <a:cxnSpLocks/>
            <a:stCxn id="2059" idx="6"/>
            <a:endCxn id="2064" idx="2"/>
          </p:cNvCxnSpPr>
          <p:nvPr/>
        </p:nvCxnSpPr>
        <p:spPr>
          <a:xfrm>
            <a:off x="6750700" y="1703371"/>
            <a:ext cx="192219" cy="107798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4" name="Gerader Verbinder 2103">
            <a:extLst>
              <a:ext uri="{FF2B5EF4-FFF2-40B4-BE49-F238E27FC236}">
                <a16:creationId xmlns:a16="http://schemas.microsoft.com/office/drawing/2014/main" id="{E696641A-22B3-0B16-E818-F955D44F09E6}"/>
              </a:ext>
            </a:extLst>
          </p:cNvPr>
          <p:cNvCxnSpPr>
            <a:cxnSpLocks/>
            <a:stCxn id="2060" idx="6"/>
            <a:endCxn id="2064" idx="2"/>
          </p:cNvCxnSpPr>
          <p:nvPr/>
        </p:nvCxnSpPr>
        <p:spPr>
          <a:xfrm>
            <a:off x="6745937" y="1348787"/>
            <a:ext cx="196982" cy="143257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7" name="Gerader Verbinder 2106">
            <a:extLst>
              <a:ext uri="{FF2B5EF4-FFF2-40B4-BE49-F238E27FC236}">
                <a16:creationId xmlns:a16="http://schemas.microsoft.com/office/drawing/2014/main" id="{786EC6FE-AF9D-A396-FFBF-284A82644E06}"/>
              </a:ext>
            </a:extLst>
          </p:cNvPr>
          <p:cNvCxnSpPr>
            <a:cxnSpLocks/>
            <a:stCxn id="2060" idx="6"/>
            <a:endCxn id="14" idx="2"/>
          </p:cNvCxnSpPr>
          <p:nvPr/>
        </p:nvCxnSpPr>
        <p:spPr>
          <a:xfrm>
            <a:off x="6745937" y="1348787"/>
            <a:ext cx="188889" cy="107599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0" name="Gerader Verbinder 2109">
            <a:extLst>
              <a:ext uri="{FF2B5EF4-FFF2-40B4-BE49-F238E27FC236}">
                <a16:creationId xmlns:a16="http://schemas.microsoft.com/office/drawing/2014/main" id="{8C32A1FA-4C65-2479-C90C-9D94D3978DE0}"/>
              </a:ext>
            </a:extLst>
          </p:cNvPr>
          <p:cNvCxnSpPr>
            <a:cxnSpLocks/>
            <a:stCxn id="2059" idx="6"/>
            <a:endCxn id="14" idx="2"/>
          </p:cNvCxnSpPr>
          <p:nvPr/>
        </p:nvCxnSpPr>
        <p:spPr>
          <a:xfrm>
            <a:off x="6750700" y="1703371"/>
            <a:ext cx="184126" cy="72140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3" name="Gerader Verbinder 2112">
            <a:extLst>
              <a:ext uri="{FF2B5EF4-FFF2-40B4-BE49-F238E27FC236}">
                <a16:creationId xmlns:a16="http://schemas.microsoft.com/office/drawing/2014/main" id="{C4A6775E-E3D7-7F4F-B98B-041EA1068BFF}"/>
              </a:ext>
            </a:extLst>
          </p:cNvPr>
          <p:cNvCxnSpPr>
            <a:cxnSpLocks/>
            <a:stCxn id="2057" idx="6"/>
            <a:endCxn id="14" idx="2"/>
          </p:cNvCxnSpPr>
          <p:nvPr/>
        </p:nvCxnSpPr>
        <p:spPr>
          <a:xfrm>
            <a:off x="6747723" y="2068199"/>
            <a:ext cx="187103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6" name="Gerader Verbinder 2115">
            <a:extLst>
              <a:ext uri="{FF2B5EF4-FFF2-40B4-BE49-F238E27FC236}">
                <a16:creationId xmlns:a16="http://schemas.microsoft.com/office/drawing/2014/main" id="{3E9FC45D-2DA3-92AC-106A-6BA9F1572CEC}"/>
              </a:ext>
            </a:extLst>
          </p:cNvPr>
          <p:cNvCxnSpPr>
            <a:cxnSpLocks/>
            <a:stCxn id="2058" idx="6"/>
            <a:endCxn id="14" idx="2"/>
          </p:cNvCxnSpPr>
          <p:nvPr/>
        </p:nvCxnSpPr>
        <p:spPr>
          <a:xfrm>
            <a:off x="6746835" y="2423668"/>
            <a:ext cx="187991" cy="111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9" name="Gerader Verbinder 2118">
            <a:extLst>
              <a:ext uri="{FF2B5EF4-FFF2-40B4-BE49-F238E27FC236}">
                <a16:creationId xmlns:a16="http://schemas.microsoft.com/office/drawing/2014/main" id="{CB647802-35A9-83ED-5344-027AFF2AD7C0}"/>
              </a:ext>
            </a:extLst>
          </p:cNvPr>
          <p:cNvCxnSpPr>
            <a:cxnSpLocks/>
            <a:stCxn id="2061" idx="6"/>
            <a:endCxn id="14" idx="2"/>
          </p:cNvCxnSpPr>
          <p:nvPr/>
        </p:nvCxnSpPr>
        <p:spPr>
          <a:xfrm flipV="1">
            <a:off x="6746835" y="2424779"/>
            <a:ext cx="187991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2" name="Gerader Verbinder 2121">
            <a:extLst>
              <a:ext uri="{FF2B5EF4-FFF2-40B4-BE49-F238E27FC236}">
                <a16:creationId xmlns:a16="http://schemas.microsoft.com/office/drawing/2014/main" id="{8AC95E08-65C0-509F-2F0A-758BF4C89EC2}"/>
              </a:ext>
            </a:extLst>
          </p:cNvPr>
          <p:cNvCxnSpPr>
            <a:cxnSpLocks/>
            <a:stCxn id="2062" idx="6"/>
            <a:endCxn id="14" idx="2"/>
          </p:cNvCxnSpPr>
          <p:nvPr/>
        </p:nvCxnSpPr>
        <p:spPr>
          <a:xfrm flipV="1">
            <a:off x="6750700" y="2424779"/>
            <a:ext cx="184126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5" name="Gerader Verbinder 2124">
            <a:extLst>
              <a:ext uri="{FF2B5EF4-FFF2-40B4-BE49-F238E27FC236}">
                <a16:creationId xmlns:a16="http://schemas.microsoft.com/office/drawing/2014/main" id="{625587FE-50EA-C37A-4EA1-23A7A17B6E08}"/>
              </a:ext>
            </a:extLst>
          </p:cNvPr>
          <p:cNvCxnSpPr>
            <a:cxnSpLocks/>
            <a:stCxn id="2062" idx="6"/>
            <a:endCxn id="3" idx="2"/>
          </p:cNvCxnSpPr>
          <p:nvPr/>
        </p:nvCxnSpPr>
        <p:spPr>
          <a:xfrm flipV="1">
            <a:off x="6750700" y="2068199"/>
            <a:ext cx="189886" cy="106974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8" name="Gerader Verbinder 2127">
            <a:extLst>
              <a:ext uri="{FF2B5EF4-FFF2-40B4-BE49-F238E27FC236}">
                <a16:creationId xmlns:a16="http://schemas.microsoft.com/office/drawing/2014/main" id="{E7CCC2D1-292D-EA7C-68D6-238B3152332F}"/>
              </a:ext>
            </a:extLst>
          </p:cNvPr>
          <p:cNvCxnSpPr>
            <a:cxnSpLocks/>
            <a:stCxn id="2061" idx="6"/>
            <a:endCxn id="3" idx="2"/>
          </p:cNvCxnSpPr>
          <p:nvPr/>
        </p:nvCxnSpPr>
        <p:spPr>
          <a:xfrm flipV="1">
            <a:off x="6746835" y="2068199"/>
            <a:ext cx="193751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1" name="Gerader Verbinder 2130">
            <a:extLst>
              <a:ext uri="{FF2B5EF4-FFF2-40B4-BE49-F238E27FC236}">
                <a16:creationId xmlns:a16="http://schemas.microsoft.com/office/drawing/2014/main" id="{96708DC3-00F7-7BBD-DC18-680137999B04}"/>
              </a:ext>
            </a:extLst>
          </p:cNvPr>
          <p:cNvCxnSpPr>
            <a:cxnSpLocks/>
            <a:stCxn id="2058" idx="6"/>
            <a:endCxn id="3" idx="2"/>
          </p:cNvCxnSpPr>
          <p:nvPr/>
        </p:nvCxnSpPr>
        <p:spPr>
          <a:xfrm flipV="1">
            <a:off x="6746835" y="2068199"/>
            <a:ext cx="193751" cy="35546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4" name="Gerader Verbinder 2133">
            <a:extLst>
              <a:ext uri="{FF2B5EF4-FFF2-40B4-BE49-F238E27FC236}">
                <a16:creationId xmlns:a16="http://schemas.microsoft.com/office/drawing/2014/main" id="{5E1B9F3B-3891-6CB6-9768-722D7E4DE96F}"/>
              </a:ext>
            </a:extLst>
          </p:cNvPr>
          <p:cNvCxnSpPr>
            <a:cxnSpLocks/>
            <a:stCxn id="2057" idx="6"/>
            <a:endCxn id="3" idx="2"/>
          </p:cNvCxnSpPr>
          <p:nvPr/>
        </p:nvCxnSpPr>
        <p:spPr>
          <a:xfrm>
            <a:off x="6747723" y="2068199"/>
            <a:ext cx="19286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7" name="Gerader Verbinder 2136">
            <a:extLst>
              <a:ext uri="{FF2B5EF4-FFF2-40B4-BE49-F238E27FC236}">
                <a16:creationId xmlns:a16="http://schemas.microsoft.com/office/drawing/2014/main" id="{49CF1920-5585-2B67-9F61-C54F03A89053}"/>
              </a:ext>
            </a:extLst>
          </p:cNvPr>
          <p:cNvCxnSpPr>
            <a:cxnSpLocks/>
            <a:stCxn id="2059" idx="6"/>
            <a:endCxn id="3" idx="2"/>
          </p:cNvCxnSpPr>
          <p:nvPr/>
        </p:nvCxnSpPr>
        <p:spPr>
          <a:xfrm>
            <a:off x="6750700" y="1703371"/>
            <a:ext cx="189886" cy="36482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0" name="Gerader Verbinder 2139">
            <a:extLst>
              <a:ext uri="{FF2B5EF4-FFF2-40B4-BE49-F238E27FC236}">
                <a16:creationId xmlns:a16="http://schemas.microsoft.com/office/drawing/2014/main" id="{39CCE4E1-B178-5F36-BC58-31D45B144518}"/>
              </a:ext>
            </a:extLst>
          </p:cNvPr>
          <p:cNvCxnSpPr>
            <a:cxnSpLocks/>
            <a:stCxn id="2060" idx="6"/>
            <a:endCxn id="3" idx="2"/>
          </p:cNvCxnSpPr>
          <p:nvPr/>
        </p:nvCxnSpPr>
        <p:spPr>
          <a:xfrm>
            <a:off x="6745937" y="1348787"/>
            <a:ext cx="194649" cy="71941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3" name="Gerader Verbinder 2142">
            <a:extLst>
              <a:ext uri="{FF2B5EF4-FFF2-40B4-BE49-F238E27FC236}">
                <a16:creationId xmlns:a16="http://schemas.microsoft.com/office/drawing/2014/main" id="{E429B884-5C82-1D55-55F6-73286677B1D9}"/>
              </a:ext>
            </a:extLst>
          </p:cNvPr>
          <p:cNvCxnSpPr>
            <a:cxnSpLocks/>
            <a:stCxn id="2060" idx="6"/>
            <a:endCxn id="2063" idx="2"/>
          </p:cNvCxnSpPr>
          <p:nvPr/>
        </p:nvCxnSpPr>
        <p:spPr>
          <a:xfrm>
            <a:off x="6745937" y="1348787"/>
            <a:ext cx="196982" cy="35458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6" name="Gerader Verbinder 2145">
            <a:extLst>
              <a:ext uri="{FF2B5EF4-FFF2-40B4-BE49-F238E27FC236}">
                <a16:creationId xmlns:a16="http://schemas.microsoft.com/office/drawing/2014/main" id="{723D6B4A-121A-631A-EF69-1284E5FA660A}"/>
              </a:ext>
            </a:extLst>
          </p:cNvPr>
          <p:cNvCxnSpPr>
            <a:cxnSpLocks/>
            <a:stCxn id="2059" idx="6"/>
            <a:endCxn id="2063" idx="2"/>
          </p:cNvCxnSpPr>
          <p:nvPr/>
        </p:nvCxnSpPr>
        <p:spPr>
          <a:xfrm>
            <a:off x="6750700" y="1703371"/>
            <a:ext cx="192219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9" name="Gerader Verbinder 2148">
            <a:extLst>
              <a:ext uri="{FF2B5EF4-FFF2-40B4-BE49-F238E27FC236}">
                <a16:creationId xmlns:a16="http://schemas.microsoft.com/office/drawing/2014/main" id="{8CFA7D2B-FCA8-6410-FCBE-CD97EA0530C3}"/>
              </a:ext>
            </a:extLst>
          </p:cNvPr>
          <p:cNvCxnSpPr>
            <a:cxnSpLocks/>
            <a:stCxn id="2057" idx="6"/>
            <a:endCxn id="2063" idx="2"/>
          </p:cNvCxnSpPr>
          <p:nvPr/>
        </p:nvCxnSpPr>
        <p:spPr>
          <a:xfrm flipV="1">
            <a:off x="6747723" y="1703371"/>
            <a:ext cx="195196" cy="36482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2" name="Gerader Verbinder 2151">
            <a:extLst>
              <a:ext uri="{FF2B5EF4-FFF2-40B4-BE49-F238E27FC236}">
                <a16:creationId xmlns:a16="http://schemas.microsoft.com/office/drawing/2014/main" id="{E0BEF78C-9DE2-E9FA-3BC1-0D2C6E12C424}"/>
              </a:ext>
            </a:extLst>
          </p:cNvPr>
          <p:cNvCxnSpPr>
            <a:cxnSpLocks/>
            <a:stCxn id="2058" idx="6"/>
            <a:endCxn id="2063" idx="2"/>
          </p:cNvCxnSpPr>
          <p:nvPr/>
        </p:nvCxnSpPr>
        <p:spPr>
          <a:xfrm flipV="1">
            <a:off x="6746835" y="1703371"/>
            <a:ext cx="196084" cy="72029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5" name="Gerader Verbinder 2154">
            <a:extLst>
              <a:ext uri="{FF2B5EF4-FFF2-40B4-BE49-F238E27FC236}">
                <a16:creationId xmlns:a16="http://schemas.microsoft.com/office/drawing/2014/main" id="{A16E7B43-5558-C7EA-A83D-E7DF56C4A259}"/>
              </a:ext>
            </a:extLst>
          </p:cNvPr>
          <p:cNvCxnSpPr>
            <a:cxnSpLocks/>
            <a:stCxn id="2061" idx="6"/>
            <a:endCxn id="2063" idx="2"/>
          </p:cNvCxnSpPr>
          <p:nvPr/>
        </p:nvCxnSpPr>
        <p:spPr>
          <a:xfrm flipV="1">
            <a:off x="6746835" y="1703371"/>
            <a:ext cx="196084" cy="107798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8" name="Gerader Verbinder 2157">
            <a:extLst>
              <a:ext uri="{FF2B5EF4-FFF2-40B4-BE49-F238E27FC236}">
                <a16:creationId xmlns:a16="http://schemas.microsoft.com/office/drawing/2014/main" id="{EF3E0744-3AC7-CF74-92A6-F0139E579992}"/>
              </a:ext>
            </a:extLst>
          </p:cNvPr>
          <p:cNvCxnSpPr>
            <a:cxnSpLocks/>
            <a:stCxn id="2062" idx="6"/>
            <a:endCxn id="2063" idx="2"/>
          </p:cNvCxnSpPr>
          <p:nvPr/>
        </p:nvCxnSpPr>
        <p:spPr>
          <a:xfrm flipV="1">
            <a:off x="6750700" y="1703371"/>
            <a:ext cx="192219" cy="143456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62" name="Pfeil: nach rechts 2161">
            <a:extLst>
              <a:ext uri="{FF2B5EF4-FFF2-40B4-BE49-F238E27FC236}">
                <a16:creationId xmlns:a16="http://schemas.microsoft.com/office/drawing/2014/main" id="{0E9564CA-94FE-CD43-FB45-9A552D786AE7}"/>
              </a:ext>
            </a:extLst>
          </p:cNvPr>
          <p:cNvSpPr/>
          <p:nvPr/>
        </p:nvSpPr>
        <p:spPr>
          <a:xfrm>
            <a:off x="8310063" y="2169093"/>
            <a:ext cx="240733" cy="163369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63" name="Pfeil: nach rechts 2162">
            <a:extLst>
              <a:ext uri="{FF2B5EF4-FFF2-40B4-BE49-F238E27FC236}">
                <a16:creationId xmlns:a16="http://schemas.microsoft.com/office/drawing/2014/main" id="{48C5BC0E-EFAD-9821-1C3D-0A947705608D}"/>
              </a:ext>
            </a:extLst>
          </p:cNvPr>
          <p:cNvSpPr/>
          <p:nvPr/>
        </p:nvSpPr>
        <p:spPr>
          <a:xfrm>
            <a:off x="6295668" y="2169093"/>
            <a:ext cx="240733" cy="163369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64" name="Ellipse 2163">
            <a:extLst>
              <a:ext uri="{FF2B5EF4-FFF2-40B4-BE49-F238E27FC236}">
                <a16:creationId xmlns:a16="http://schemas.microsoft.com/office/drawing/2014/main" id="{CB94ADB7-932B-D681-2CAC-769CBCF1463B}"/>
              </a:ext>
            </a:extLst>
          </p:cNvPr>
          <p:cNvSpPr/>
          <p:nvPr/>
        </p:nvSpPr>
        <p:spPr>
          <a:xfrm>
            <a:off x="6825138" y="3493203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65" name="Ellipse 2164">
            <a:extLst>
              <a:ext uri="{FF2B5EF4-FFF2-40B4-BE49-F238E27FC236}">
                <a16:creationId xmlns:a16="http://schemas.microsoft.com/office/drawing/2014/main" id="{D24B87A4-93EE-C481-4287-EEADEBB07EEF}"/>
              </a:ext>
            </a:extLst>
          </p:cNvPr>
          <p:cNvSpPr/>
          <p:nvPr/>
        </p:nvSpPr>
        <p:spPr>
          <a:xfrm>
            <a:off x="6825077" y="3760368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66" name="Textfeld 19">
            <a:extLst>
              <a:ext uri="{FF2B5EF4-FFF2-40B4-BE49-F238E27FC236}">
                <a16:creationId xmlns:a16="http://schemas.microsoft.com/office/drawing/2014/main" id="{77B65175-A9A6-CB78-A3E4-E302B0B465BC}"/>
              </a:ext>
            </a:extLst>
          </p:cNvPr>
          <p:cNvSpPr txBox="1"/>
          <p:nvPr/>
        </p:nvSpPr>
        <p:spPr>
          <a:xfrm>
            <a:off x="7055711" y="3410086"/>
            <a:ext cx="1897790" cy="8771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latin typeface="+mn-lt"/>
              </a:rPr>
              <a:t>Encoder</a:t>
            </a:r>
          </a:p>
          <a:p>
            <a:r>
              <a:rPr lang="en-US" sz="1700" dirty="0">
                <a:latin typeface="+mn-lt"/>
              </a:rPr>
              <a:t>Latent space</a:t>
            </a:r>
            <a:endParaRPr lang="en-US" sz="1700" noProof="0" dirty="0">
              <a:latin typeface="+mn-lt"/>
            </a:endParaRPr>
          </a:p>
          <a:p>
            <a:r>
              <a:rPr lang="en-US" sz="1700" dirty="0">
                <a:latin typeface="+mn-lt"/>
              </a:rPr>
              <a:t>Decoder</a:t>
            </a:r>
          </a:p>
        </p:txBody>
      </p:sp>
      <p:sp>
        <p:nvSpPr>
          <p:cNvPr id="2167" name="Ellipse 2166">
            <a:extLst>
              <a:ext uri="{FF2B5EF4-FFF2-40B4-BE49-F238E27FC236}">
                <a16:creationId xmlns:a16="http://schemas.microsoft.com/office/drawing/2014/main" id="{2B4429BB-51A8-6030-9870-993E4F0AE5CA}"/>
              </a:ext>
            </a:extLst>
          </p:cNvPr>
          <p:cNvSpPr/>
          <p:nvPr/>
        </p:nvSpPr>
        <p:spPr>
          <a:xfrm>
            <a:off x="6824657" y="4012194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68" name="Textfeld 2167">
            <a:extLst>
              <a:ext uri="{FF2B5EF4-FFF2-40B4-BE49-F238E27FC236}">
                <a16:creationId xmlns:a16="http://schemas.microsoft.com/office/drawing/2014/main" id="{7C6419F3-DBB9-561B-DE0E-12B21327CA62}"/>
              </a:ext>
            </a:extLst>
          </p:cNvPr>
          <p:cNvSpPr txBox="1"/>
          <p:nvPr/>
        </p:nvSpPr>
        <p:spPr>
          <a:xfrm>
            <a:off x="947840" y="1332845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latin typeface="+mn-lt"/>
              </a:rPr>
              <a:t>Training an autoencoder</a:t>
            </a:r>
          </a:p>
        </p:txBody>
      </p:sp>
      <p:sp>
        <p:nvSpPr>
          <p:cNvPr id="2169" name="Textfeld 2168">
            <a:extLst>
              <a:ext uri="{FF2B5EF4-FFF2-40B4-BE49-F238E27FC236}">
                <a16:creationId xmlns:a16="http://schemas.microsoft.com/office/drawing/2014/main" id="{64F4237F-1DBF-5687-D116-0354F7978C42}"/>
              </a:ext>
            </a:extLst>
          </p:cNvPr>
          <p:cNvSpPr txBox="1"/>
          <p:nvPr/>
        </p:nvSpPr>
        <p:spPr>
          <a:xfrm>
            <a:off x="947840" y="1969700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latin typeface="+mn-lt"/>
              </a:rPr>
              <a:t>Compute the reconstruction error</a:t>
            </a:r>
          </a:p>
        </p:txBody>
      </p:sp>
      <p:sp>
        <p:nvSpPr>
          <p:cNvPr id="2170" name="Textfeld 2169">
            <a:extLst>
              <a:ext uri="{FF2B5EF4-FFF2-40B4-BE49-F238E27FC236}">
                <a16:creationId xmlns:a16="http://schemas.microsoft.com/office/drawing/2014/main" id="{99DEDC8E-09E2-5323-5327-ED4ACC651482}"/>
              </a:ext>
            </a:extLst>
          </p:cNvPr>
          <p:cNvSpPr txBox="1"/>
          <p:nvPr/>
        </p:nvSpPr>
        <p:spPr>
          <a:xfrm>
            <a:off x="947840" y="2599329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Identify peaks based on a threshold for the error</a:t>
            </a:r>
            <a:endParaRPr lang="en-US" sz="1700" noProof="0" dirty="0">
              <a:latin typeface="+mn-lt"/>
            </a:endParaRPr>
          </a:p>
        </p:txBody>
      </p:sp>
      <p:grpSp>
        <p:nvGrpSpPr>
          <p:cNvPr id="2171" name="Gruppieren 2170">
            <a:extLst>
              <a:ext uri="{FF2B5EF4-FFF2-40B4-BE49-F238E27FC236}">
                <a16:creationId xmlns:a16="http://schemas.microsoft.com/office/drawing/2014/main" id="{40A1BB80-C7D9-BB6C-2258-9D07E02A8E27}"/>
              </a:ext>
            </a:extLst>
          </p:cNvPr>
          <p:cNvGrpSpPr/>
          <p:nvPr/>
        </p:nvGrpSpPr>
        <p:grpSpPr>
          <a:xfrm>
            <a:off x="670348" y="1350148"/>
            <a:ext cx="160496" cy="1866796"/>
            <a:chOff x="666366" y="1547019"/>
            <a:chExt cx="160496" cy="1866796"/>
          </a:xfrm>
        </p:grpSpPr>
        <p:grpSp>
          <p:nvGrpSpPr>
            <p:cNvPr id="2172" name="Gruppieren 2171">
              <a:extLst>
                <a:ext uri="{FF2B5EF4-FFF2-40B4-BE49-F238E27FC236}">
                  <a16:creationId xmlns:a16="http://schemas.microsoft.com/office/drawing/2014/main" id="{609385C0-E712-9568-ED0F-9EA20F366E28}"/>
                </a:ext>
              </a:extLst>
            </p:cNvPr>
            <p:cNvGrpSpPr/>
            <p:nvPr/>
          </p:nvGrpSpPr>
          <p:grpSpPr>
            <a:xfrm>
              <a:off x="666366" y="1547019"/>
              <a:ext cx="160496" cy="1866796"/>
              <a:chOff x="666366" y="1547019"/>
              <a:chExt cx="160496" cy="1866796"/>
            </a:xfrm>
          </p:grpSpPr>
          <p:cxnSp>
            <p:nvCxnSpPr>
              <p:cNvPr id="2174" name="Gerader Verbinder 2173">
                <a:extLst>
                  <a:ext uri="{FF2B5EF4-FFF2-40B4-BE49-F238E27FC236}">
                    <a16:creationId xmlns:a16="http://schemas.microsoft.com/office/drawing/2014/main" id="{581FF0E7-6F77-6F23-3DB6-17B0511410B4}"/>
                  </a:ext>
                </a:extLst>
              </p:cNvPr>
              <p:cNvCxnSpPr>
                <a:cxnSpLocks/>
                <a:endCxn id="2176" idx="3"/>
              </p:cNvCxnSpPr>
              <p:nvPr/>
            </p:nvCxnSpPr>
            <p:spPr>
              <a:xfrm flipH="1">
                <a:off x="746614" y="1547019"/>
                <a:ext cx="3430" cy="1661466"/>
              </a:xfrm>
              <a:prstGeom prst="line">
                <a:avLst/>
              </a:prstGeom>
              <a:ln w="19050">
                <a:solidFill>
                  <a:srgbClr val="0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175" name="Gruppieren 2174">
                <a:extLst>
                  <a:ext uri="{FF2B5EF4-FFF2-40B4-BE49-F238E27FC236}">
                    <a16:creationId xmlns:a16="http://schemas.microsoft.com/office/drawing/2014/main" id="{E3E0D4C3-85E6-C8DD-3D65-ABF0B6EE2153}"/>
                  </a:ext>
                </a:extLst>
              </p:cNvPr>
              <p:cNvGrpSpPr/>
              <p:nvPr/>
            </p:nvGrpSpPr>
            <p:grpSpPr>
              <a:xfrm>
                <a:off x="666366" y="1664321"/>
                <a:ext cx="160496" cy="1749494"/>
                <a:chOff x="6762351" y="2615586"/>
                <a:chExt cx="176268" cy="1921414"/>
              </a:xfrm>
            </p:grpSpPr>
            <p:sp>
              <p:nvSpPr>
                <p:cNvPr id="2176" name="Gleichschenkliges Dreieck 2175">
                  <a:extLst>
                    <a:ext uri="{FF2B5EF4-FFF2-40B4-BE49-F238E27FC236}">
                      <a16:creationId xmlns:a16="http://schemas.microsoft.com/office/drawing/2014/main" id="{B377CCDC-1828-C9BD-ACB0-D023BC0D1877}"/>
                    </a:ext>
                  </a:extLst>
                </p:cNvPr>
                <p:cNvSpPr/>
                <p:nvPr/>
              </p:nvSpPr>
              <p:spPr>
                <a:xfrm rot="10800000">
                  <a:off x="6762351" y="4311493"/>
                  <a:ext cx="176268" cy="225507"/>
                </a:xfrm>
                <a:prstGeom prst="triangl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77" name="Ellipse 2176">
                  <a:extLst>
                    <a:ext uri="{FF2B5EF4-FFF2-40B4-BE49-F238E27FC236}">
                      <a16:creationId xmlns:a16="http://schemas.microsoft.com/office/drawing/2014/main" id="{91FEC85C-3B57-04CA-F903-D179F27E06CE}"/>
                    </a:ext>
                  </a:extLst>
                </p:cNvPr>
                <p:cNvSpPr/>
                <p:nvPr/>
              </p:nvSpPr>
              <p:spPr>
                <a:xfrm>
                  <a:off x="6808652" y="2615586"/>
                  <a:ext cx="90000" cy="90000"/>
                </a:xfrm>
                <a:prstGeom prst="ellips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78" name="Ellipse 2177">
                  <a:extLst>
                    <a:ext uri="{FF2B5EF4-FFF2-40B4-BE49-F238E27FC236}">
                      <a16:creationId xmlns:a16="http://schemas.microsoft.com/office/drawing/2014/main" id="{A57A1CB7-2F1F-3346-4B0C-4CFE988673A0}"/>
                    </a:ext>
                  </a:extLst>
                </p:cNvPr>
                <p:cNvSpPr/>
                <p:nvPr/>
              </p:nvSpPr>
              <p:spPr>
                <a:xfrm>
                  <a:off x="6805486" y="3311821"/>
                  <a:ext cx="90000" cy="90000"/>
                </a:xfrm>
                <a:prstGeom prst="ellips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</p:grpSp>
        </p:grpSp>
        <p:sp>
          <p:nvSpPr>
            <p:cNvPr id="2173" name="Ellipse 2172">
              <a:extLst>
                <a:ext uri="{FF2B5EF4-FFF2-40B4-BE49-F238E27FC236}">
                  <a16:creationId xmlns:a16="http://schemas.microsoft.com/office/drawing/2014/main" id="{BC75D86D-CA1D-B6D6-989F-EA6E6DE1BE4C}"/>
                </a:ext>
              </a:extLst>
            </p:cNvPr>
            <p:cNvSpPr/>
            <p:nvPr/>
          </p:nvSpPr>
          <p:spPr>
            <a:xfrm>
              <a:off x="706021" y="2932199"/>
              <a:ext cx="81947" cy="8194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l">
                <a:spcBef>
                  <a:spcPts val="400"/>
                </a:spcBef>
                <a:buFont typeface="Arial" panose="020B0604020202020204" pitchFamily="34" charset="0"/>
                <a:buNone/>
              </a:pPr>
              <a:endParaRPr lang="en-US" sz="1800" noProof="0" dirty="0">
                <a:solidFill>
                  <a:schemeClr val="tx1"/>
                </a:solidFill>
              </a:endParaRPr>
            </a:p>
          </p:txBody>
        </p:sp>
      </p:grpSp>
      <p:sp>
        <p:nvSpPr>
          <p:cNvPr id="2179" name="Google Shape;222;p17">
            <a:extLst>
              <a:ext uri="{FF2B5EF4-FFF2-40B4-BE49-F238E27FC236}">
                <a16:creationId xmlns:a16="http://schemas.microsoft.com/office/drawing/2014/main" id="{6E2AD721-294B-29C3-FA04-FE170654BDD1}"/>
              </a:ext>
            </a:extLst>
          </p:cNvPr>
          <p:cNvSpPr txBox="1">
            <a:spLocks/>
          </p:cNvSpPr>
          <p:nvPr/>
        </p:nvSpPr>
        <p:spPr>
          <a:xfrm>
            <a:off x="359999" y="752086"/>
            <a:ext cx="8420571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>
              <a:lnSpc>
                <a:spcPct val="95000"/>
              </a:lnSpc>
              <a:spcBef>
                <a:spcPts val="1200"/>
              </a:spcBef>
              <a:buFont typeface="Arial"/>
              <a:buNone/>
            </a:pPr>
            <a:r>
              <a:rPr lang="en-US" sz="1700" dirty="0">
                <a:latin typeface="+mn-lt"/>
              </a:rPr>
              <a:t>Autoencoder</a:t>
            </a:r>
          </a:p>
        </p:txBody>
      </p:sp>
    </p:spTree>
    <p:extLst>
      <p:ext uri="{BB962C8B-B14F-4D97-AF65-F5344CB8AC3E}">
        <p14:creationId xmlns:p14="http://schemas.microsoft.com/office/powerpoint/2010/main" val="34148875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A963F088-85AD-963F-B3D1-84329FA15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DC5F0B37-FA6F-298F-1407-9B4F23238D32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8800" indent="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Determining the parameters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1700" dirty="0">
                <a:latin typeface="+mn-lt"/>
              </a:rPr>
              <a:t>T</a:t>
            </a:r>
            <a:r>
              <a:rPr lang="en-US" sz="1700" noProof="0" dirty="0">
                <a:latin typeface="+mn-lt"/>
              </a:rPr>
              <a:t>he quality of the parameters is estimated purely from </a:t>
            </a:r>
            <a:r>
              <a:rPr lang="en-US" sz="1700" b="1" noProof="0" dirty="0">
                <a:latin typeface="+mn-lt"/>
              </a:rPr>
              <a:t>statistical metrics:</a:t>
            </a:r>
            <a:endParaRPr lang="en-US" sz="1700" noProof="0" dirty="0">
              <a:latin typeface="+mn-lt"/>
            </a:endParaRPr>
          </a:p>
          <a:p>
            <a:pPr lvl="1" indent="-338400">
              <a:lnSpc>
                <a:spcPct val="95000"/>
              </a:lnSpc>
              <a:spcBef>
                <a:spcPts val="1200"/>
              </a:spcBef>
            </a:pPr>
            <a:r>
              <a:rPr lang="en-US" sz="1543" dirty="0">
                <a:latin typeface="+mn-lt"/>
              </a:rPr>
              <a:t>Total number of peaks</a:t>
            </a:r>
            <a:endParaRPr lang="en-US" sz="1543" noProof="0" dirty="0">
              <a:latin typeface="+mn-lt"/>
            </a:endParaRPr>
          </a:p>
          <a:p>
            <a:pPr lvl="1" indent="-338400">
              <a:lnSpc>
                <a:spcPct val="95000"/>
              </a:lnSpc>
              <a:spcBef>
                <a:spcPts val="1200"/>
              </a:spcBef>
            </a:pPr>
            <a:r>
              <a:rPr lang="en-US" sz="1543" noProof="0" dirty="0">
                <a:latin typeface="+mn-lt"/>
              </a:rPr>
              <a:t>Mean peak height</a:t>
            </a:r>
          </a:p>
          <a:p>
            <a:pPr lvl="1" indent="-338400">
              <a:lnSpc>
                <a:spcPct val="95000"/>
              </a:lnSpc>
              <a:spcBef>
                <a:spcPts val="1200"/>
              </a:spcBef>
            </a:pPr>
            <a:r>
              <a:rPr lang="en-US" sz="1543" noProof="0" dirty="0">
                <a:latin typeface="+mn-lt"/>
              </a:rPr>
              <a:t>Mean peak prominence</a:t>
            </a:r>
          </a:p>
          <a:p>
            <a:pPr lvl="1" indent="-338400">
              <a:lnSpc>
                <a:spcPct val="95000"/>
              </a:lnSpc>
              <a:spcBef>
                <a:spcPts val="1200"/>
              </a:spcBef>
            </a:pPr>
            <a:r>
              <a:rPr lang="en-US" sz="1543" dirty="0">
                <a:latin typeface="+mn-lt"/>
              </a:rPr>
              <a:t>Count of sequences without peaks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noProof="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1700" noProof="0" dirty="0">
                <a:latin typeface="+mn-lt"/>
              </a:rPr>
              <a:t>Using </a:t>
            </a:r>
            <a:r>
              <a:rPr lang="en-US" sz="1700" b="1" noProof="0" dirty="0">
                <a:latin typeface="+mn-lt"/>
              </a:rPr>
              <a:t>Pareto-Front-Analysis</a:t>
            </a:r>
            <a:r>
              <a:rPr lang="en-US" sz="1700" noProof="0" dirty="0">
                <a:latin typeface="+mn-lt"/>
              </a:rPr>
              <a:t> to select the best solution</a:t>
            </a:r>
          </a:p>
        </p:txBody>
      </p: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3139A676-370C-8570-5333-363F3152D1D4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12" name="Gruppieren 11">
              <a:extLst>
                <a:ext uri="{FF2B5EF4-FFF2-40B4-BE49-F238E27FC236}">
                  <a16:creationId xmlns:a16="http://schemas.microsoft.com/office/drawing/2014/main" id="{CA50C20D-A2B8-17DB-68D6-83E1B7640C8C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14" name="Richtungspfeil 33">
                <a:extLst>
                  <a:ext uri="{FF2B5EF4-FFF2-40B4-BE49-F238E27FC236}">
                    <a16:creationId xmlns:a16="http://schemas.microsoft.com/office/drawing/2014/main" id="{3C501578-F092-AF7D-93DD-37F6027DA5C7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15" name="Eingekerbter Richtungspfeil 1">
                <a:extLst>
                  <a:ext uri="{FF2B5EF4-FFF2-40B4-BE49-F238E27FC236}">
                    <a16:creationId xmlns:a16="http://schemas.microsoft.com/office/drawing/2014/main" id="{7D0D487A-D9F0-AF9B-6E23-CAD7BA7EA9C5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16" name="Eingekerbter Richtungspfeil 10">
                <a:extLst>
                  <a:ext uri="{FF2B5EF4-FFF2-40B4-BE49-F238E27FC236}">
                    <a16:creationId xmlns:a16="http://schemas.microsoft.com/office/drawing/2014/main" id="{0E200AE8-C3B0-4BA2-5258-5FBF7943A37B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7" name="Eingekerbter Richtungspfeil 11">
                <a:extLst>
                  <a:ext uri="{FF2B5EF4-FFF2-40B4-BE49-F238E27FC236}">
                    <a16:creationId xmlns:a16="http://schemas.microsoft.com/office/drawing/2014/main" id="{67DBACE0-8BD0-2CD1-BC71-91F1114E07D4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13" name="Eingekerbter Richtungspfeil 11">
              <a:extLst>
                <a:ext uri="{FF2B5EF4-FFF2-40B4-BE49-F238E27FC236}">
                  <a16:creationId xmlns:a16="http://schemas.microsoft.com/office/drawing/2014/main" id="{56125CC7-81D9-0451-BC0A-0799F230831E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8" name="Google Shape;206;p15">
            <a:extLst>
              <a:ext uri="{FF2B5EF4-FFF2-40B4-BE49-F238E27FC236}">
                <a16:creationId xmlns:a16="http://schemas.microsoft.com/office/drawing/2014/main" id="{AAD4577F-BC91-8424-D25E-EEC97C6EBD66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19" name="Foliennummernplatzhalter 18">
            <a:extLst>
              <a:ext uri="{FF2B5EF4-FFF2-40B4-BE49-F238E27FC236}">
                <a16:creationId xmlns:a16="http://schemas.microsoft.com/office/drawing/2014/main" id="{27FF16BA-92C4-8E21-E6F7-D96B3EF3EC2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17</a:t>
            </a:fld>
            <a:r>
              <a:rPr lang="en-US" noProof="0" dirty="0"/>
              <a:t> / 39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427E03BF-C307-3A51-E144-85BA394CD7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3937" y="2832863"/>
            <a:ext cx="1557827" cy="1557827"/>
          </a:xfrm>
          <a:prstGeom prst="rect">
            <a:avLst/>
          </a:prstGeom>
        </p:spPr>
      </p:pic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BA30D2FC-FEB3-403D-94CD-6349CD1331E9}"/>
              </a:ext>
            </a:extLst>
          </p:cNvPr>
          <p:cNvCxnSpPr>
            <a:cxnSpLocks/>
          </p:cNvCxnSpPr>
          <p:nvPr/>
        </p:nvCxnSpPr>
        <p:spPr>
          <a:xfrm flipV="1">
            <a:off x="6545473" y="2832863"/>
            <a:ext cx="0" cy="155782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CD8A595B-5C55-A03A-8F37-0920B0979C6E}"/>
              </a:ext>
            </a:extLst>
          </p:cNvPr>
          <p:cNvCxnSpPr>
            <a:cxnSpLocks/>
          </p:cNvCxnSpPr>
          <p:nvPr/>
        </p:nvCxnSpPr>
        <p:spPr>
          <a:xfrm>
            <a:off x="6545473" y="4390690"/>
            <a:ext cx="1557127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Textfeld 1">
            <a:extLst>
              <a:ext uri="{FF2B5EF4-FFF2-40B4-BE49-F238E27FC236}">
                <a16:creationId xmlns:a16="http://schemas.microsoft.com/office/drawing/2014/main" id="{392771D8-A8B4-C139-1A15-CC360B3D764F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[8]</a:t>
            </a:r>
          </a:p>
        </p:txBody>
      </p:sp>
    </p:spTree>
    <p:extLst>
      <p:ext uri="{BB962C8B-B14F-4D97-AF65-F5344CB8AC3E}">
        <p14:creationId xmlns:p14="http://schemas.microsoft.com/office/powerpoint/2010/main" val="34223724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>
          <a:extLst>
            <a:ext uri="{FF2B5EF4-FFF2-40B4-BE49-F238E27FC236}">
              <a16:creationId xmlns:a16="http://schemas.microsoft.com/office/drawing/2014/main" id="{0E06195D-0629-2058-2B6A-A6BDAF8978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Diagramm 5">
            <a:extLst>
              <a:ext uri="{FF2B5EF4-FFF2-40B4-BE49-F238E27FC236}">
                <a16:creationId xmlns:a16="http://schemas.microsoft.com/office/drawing/2014/main" id="{D5356C76-A2CA-B1AA-B375-A96A76261B5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5753663"/>
              </p:ext>
            </p:extLst>
          </p:nvPr>
        </p:nvGraphicFramePr>
        <p:xfrm>
          <a:off x="719998" y="825191"/>
          <a:ext cx="7704000" cy="29548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B0EF2E46-61CA-6EB2-B85B-757B9CB92E1A}"/>
              </a:ext>
            </a:extLst>
          </p:cNvPr>
          <p:cNvCxnSpPr>
            <a:cxnSpLocks/>
          </p:cNvCxnSpPr>
          <p:nvPr/>
        </p:nvCxnSpPr>
        <p:spPr>
          <a:xfrm flipH="1">
            <a:off x="0" y="535471"/>
            <a:ext cx="9144000" cy="0"/>
          </a:xfrm>
          <a:prstGeom prst="line">
            <a:avLst/>
          </a:prstGeom>
          <a:ln w="19050">
            <a:solidFill>
              <a:srgbClr val="0068B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01AAE43F-B1CE-FD17-5D65-41E844C018AC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0195578-C7F7-BB9F-748D-EB18EC3BB10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18</a:t>
            </a:fld>
            <a:r>
              <a:rPr lang="en-US" noProof="0" dirty="0"/>
              <a:t> / 39</a:t>
            </a:r>
          </a:p>
        </p:txBody>
      </p:sp>
    </p:spTree>
    <p:extLst>
      <p:ext uri="{BB962C8B-B14F-4D97-AF65-F5344CB8AC3E}">
        <p14:creationId xmlns:p14="http://schemas.microsoft.com/office/powerpoint/2010/main" val="28425954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DD06FB7C-A9C7-34D9-1879-F5931D4E82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F46D9CFC-BC69-D075-6AFE-5F11BE552BCF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18800" lvl="0" indent="0">
              <a:lnSpc>
                <a:spcPct val="95000"/>
              </a:lnSpc>
              <a:spcBef>
                <a:spcPts val="1200"/>
              </a:spcBef>
              <a:buNone/>
            </a:pPr>
            <a:endParaRPr lang="en-US" sz="170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00F03134-2925-6E62-6697-8C8A3489157F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5BF19FF1-CF0C-5006-E827-E8634AC752A0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A54EE36D-4F0C-97EE-B1CF-B421A1D3249C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AB1AF6FA-7629-135C-D61A-4F6C09827AA9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90CF9651-AFEC-0844-662B-5DEE5513A7F4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9A10E64D-95E9-B0B5-8E6D-9E0969368EF3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3E25B91E-2657-EA9F-E047-4343B1583496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7194FC4E-4EA2-5E09-76EB-F045653C6544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2E99098C-983D-3452-17E4-252F0A9A85F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19</a:t>
            </a:fld>
            <a:r>
              <a:rPr lang="en-US" noProof="0" dirty="0"/>
              <a:t> / 39</a:t>
            </a:r>
          </a:p>
        </p:txBody>
      </p:sp>
      <p:graphicFrame>
        <p:nvGraphicFramePr>
          <p:cNvPr id="13" name="Tabelle 12">
            <a:extLst>
              <a:ext uri="{FF2B5EF4-FFF2-40B4-BE49-F238E27FC236}">
                <a16:creationId xmlns:a16="http://schemas.microsoft.com/office/drawing/2014/main" id="{236DBDA1-D188-BF12-335F-70E67FDC07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1836498"/>
              </p:ext>
            </p:extLst>
          </p:nvPr>
        </p:nvGraphicFramePr>
        <p:xfrm>
          <a:off x="359999" y="752085"/>
          <a:ext cx="8423999" cy="25854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7260">
                  <a:extLst>
                    <a:ext uri="{9D8B030D-6E8A-4147-A177-3AD203B41FA5}">
                      <a16:colId xmlns:a16="http://schemas.microsoft.com/office/drawing/2014/main" val="4273250222"/>
                    </a:ext>
                  </a:extLst>
                </a:gridCol>
                <a:gridCol w="1135759">
                  <a:extLst>
                    <a:ext uri="{9D8B030D-6E8A-4147-A177-3AD203B41FA5}">
                      <a16:colId xmlns:a16="http://schemas.microsoft.com/office/drawing/2014/main" val="2738435818"/>
                    </a:ext>
                  </a:extLst>
                </a:gridCol>
                <a:gridCol w="1505112">
                  <a:extLst>
                    <a:ext uri="{9D8B030D-6E8A-4147-A177-3AD203B41FA5}">
                      <a16:colId xmlns:a16="http://schemas.microsoft.com/office/drawing/2014/main" val="2739909526"/>
                    </a:ext>
                  </a:extLst>
                </a:gridCol>
                <a:gridCol w="1883697">
                  <a:extLst>
                    <a:ext uri="{9D8B030D-6E8A-4147-A177-3AD203B41FA5}">
                      <a16:colId xmlns:a16="http://schemas.microsoft.com/office/drawing/2014/main" val="2431807236"/>
                    </a:ext>
                  </a:extLst>
                </a:gridCol>
                <a:gridCol w="729472">
                  <a:extLst>
                    <a:ext uri="{9D8B030D-6E8A-4147-A177-3AD203B41FA5}">
                      <a16:colId xmlns:a16="http://schemas.microsoft.com/office/drawing/2014/main" val="3509772731"/>
                    </a:ext>
                  </a:extLst>
                </a:gridCol>
                <a:gridCol w="637134">
                  <a:extLst>
                    <a:ext uri="{9D8B030D-6E8A-4147-A177-3AD203B41FA5}">
                      <a16:colId xmlns:a16="http://schemas.microsoft.com/office/drawing/2014/main" val="1354858488"/>
                    </a:ext>
                  </a:extLst>
                </a:gridCol>
                <a:gridCol w="558007">
                  <a:extLst>
                    <a:ext uri="{9D8B030D-6E8A-4147-A177-3AD203B41FA5}">
                      <a16:colId xmlns:a16="http://schemas.microsoft.com/office/drawing/2014/main" val="3551615383"/>
                    </a:ext>
                  </a:extLst>
                </a:gridCol>
                <a:gridCol w="477558">
                  <a:extLst>
                    <a:ext uri="{9D8B030D-6E8A-4147-A177-3AD203B41FA5}">
                      <a16:colId xmlns:a16="http://schemas.microsoft.com/office/drawing/2014/main" val="3767899939"/>
                    </a:ext>
                  </a:extLst>
                </a:gridCol>
              </a:tblGrid>
              <a:tr h="390915">
                <a:tc>
                  <a:txBody>
                    <a:bodyPr/>
                    <a:lstStyle/>
                    <a:p>
                      <a:pPr algn="l"/>
                      <a:r>
                        <a:rPr lang="en-US" sz="1200" noProof="0" dirty="0"/>
                        <a:t>Method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8B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noProof="0" dirty="0"/>
                        <a:t>Features</a:t>
                      </a:r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8B4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1200" b="1" i="0" u="none" strike="noStrike" cap="none" noProof="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Parameters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8B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e-D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PC</a:t>
                      </a:r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8B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noProof="0" dirty="0"/>
                        <a:t>MH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8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MP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8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SWP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8B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726571"/>
                  </a:ext>
                </a:extLst>
              </a:tr>
              <a:tr h="187620"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Threshold-Based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Torque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Threshold = 5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Min-Prominence = 1.1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2977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5.03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0.89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4038968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Threshold-Based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Cmd.-Speed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Threshold = 0.7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Min-Prominence = 1.1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660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6.74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0.13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2215614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Moving-Average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noProof="0" dirty="0"/>
                        <a:t>Torque</a:t>
                      </a:r>
                      <a:endParaRPr lang="en-US" sz="1200" noProof="0" dirty="0"/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noProof="0" dirty="0"/>
                        <a:t>Window = 1250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noProof="0" dirty="0"/>
                        <a:t>Threshold = 2.0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56111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1.89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0.13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1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6144607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Wavelet Transform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Torque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Min-Width = 100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Max-Width = 150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4964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0.88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0.05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2509082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DBSCAN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Torque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200" noProof="0" dirty="0"/>
                        <a:t>Epsilon = 3.5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e-D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91936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3.2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0.16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296894843"/>
                  </a:ext>
                </a:extLst>
              </a:tr>
              <a:tr h="124429"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K-Means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Cmd.-Speed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1200" b="0" i="0" u="none" strike="noStrike" cap="none" noProof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K-Clusters = 2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e-D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365670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1.2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0.09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568526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Autoencoder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All inputs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GB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Latent Dims = 8</a:t>
                      </a:r>
                      <a:endParaRPr lang="en-US" sz="1200" b="0" i="0" u="none" strike="noStrike" cap="none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GB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Contamination = 0.01</a:t>
                      </a:r>
                      <a:endParaRPr lang="en-US" sz="1200" b="0" i="0" u="none" strike="noStrike" cap="none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33600</a:t>
                      </a:r>
                      <a:endParaRPr lang="en-US" sz="1200" noProof="0" dirty="0"/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0.03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2.85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0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32272770"/>
                  </a:ext>
                </a:extLst>
              </a:tr>
              <a:tr h="170521"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Isolation Forest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GB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Torque</a:t>
                      </a:r>
                      <a:endParaRPr lang="en-US" sz="1200" b="0" i="0" u="none" strike="noStrike" cap="none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GB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Estimators = 100</a:t>
                      </a:r>
                      <a:endParaRPr lang="en-US" sz="1200" b="0" i="0" u="none" strike="noStrike" cap="none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GB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Contamination = 0.01</a:t>
                      </a:r>
                      <a:endParaRPr lang="en-US" sz="1200" b="0" i="0" u="none" strike="noStrike" cap="none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73476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4.37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0.08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0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9369147"/>
                  </a:ext>
                </a:extLst>
              </a:tr>
            </a:tbl>
          </a:graphicData>
        </a:graphic>
      </p:graphicFrame>
      <p:sp>
        <p:nvSpPr>
          <p:cNvPr id="2" name="Google Shape;222;p17">
            <a:extLst>
              <a:ext uri="{FF2B5EF4-FFF2-40B4-BE49-F238E27FC236}">
                <a16:creationId xmlns:a16="http://schemas.microsoft.com/office/drawing/2014/main" id="{6CE69B81-38AC-6119-613E-CB7E4301ABAB}"/>
              </a:ext>
            </a:extLst>
          </p:cNvPr>
          <p:cNvSpPr txBox="1">
            <a:spLocks/>
          </p:cNvSpPr>
          <p:nvPr/>
        </p:nvSpPr>
        <p:spPr>
          <a:xfrm>
            <a:off x="359999" y="3809329"/>
            <a:ext cx="8424000" cy="58136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8800" indent="0">
              <a:lnSpc>
                <a:spcPct val="95000"/>
              </a:lnSpc>
              <a:spcBef>
                <a:spcPts val="1200"/>
              </a:spcBef>
              <a:buFont typeface="Arial"/>
              <a:buNone/>
            </a:pPr>
            <a:r>
              <a:rPr lang="en-US" sz="1400" dirty="0">
                <a:latin typeface="+mn-lt"/>
              </a:rPr>
              <a:t>PC: Peak-Count	MH: Mean Height	MP: Mean Prominence	    SWP: Sequences Without Peaks</a:t>
            </a:r>
          </a:p>
        </p:txBody>
      </p:sp>
    </p:spTree>
    <p:extLst>
      <p:ext uri="{BB962C8B-B14F-4D97-AF65-F5344CB8AC3E}">
        <p14:creationId xmlns:p14="http://schemas.microsoft.com/office/powerpoint/2010/main" val="39369338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4DE9AA62-4CEB-02D7-AA20-1B35EA6949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22;p17">
            <a:extLst>
              <a:ext uri="{FF2B5EF4-FFF2-40B4-BE49-F238E27FC236}">
                <a16:creationId xmlns:a16="http://schemas.microsoft.com/office/drawing/2014/main" id="{5A2C6425-D795-1F48-BD0B-850CF7A50366}"/>
              </a:ext>
            </a:extLst>
          </p:cNvPr>
          <p:cNvSpPr txBox="1">
            <a:spLocks/>
          </p:cNvSpPr>
          <p:nvPr/>
        </p:nvSpPr>
        <p:spPr>
          <a:xfrm>
            <a:off x="359999" y="752800"/>
            <a:ext cx="8424000" cy="3848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0"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Threshold-Based Detection (Torque)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5770A0A7-3AAE-3A40-C679-C5A9ABEE45D8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7CF56EE2-4373-3660-CF3B-75889981F434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8" name="Richtungspfeil 33">
                <a:extLst>
                  <a:ext uri="{FF2B5EF4-FFF2-40B4-BE49-F238E27FC236}">
                    <a16:creationId xmlns:a16="http://schemas.microsoft.com/office/drawing/2014/main" id="{9C12100E-A100-4859-77E6-BD4D450A5EF3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">
                <a:extLst>
                  <a:ext uri="{FF2B5EF4-FFF2-40B4-BE49-F238E27FC236}">
                    <a16:creationId xmlns:a16="http://schemas.microsoft.com/office/drawing/2014/main" id="{182A85F3-0BD7-A70B-9E48-FC0764949B32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1" name="Eingekerbter Richtungspfeil 10">
                <a:extLst>
                  <a:ext uri="{FF2B5EF4-FFF2-40B4-BE49-F238E27FC236}">
                    <a16:creationId xmlns:a16="http://schemas.microsoft.com/office/drawing/2014/main" id="{94D2AFD7-E5E1-0A7F-19CF-AC0C75480A49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2" name="Eingekerbter Richtungspfeil 11">
                <a:extLst>
                  <a:ext uri="{FF2B5EF4-FFF2-40B4-BE49-F238E27FC236}">
                    <a16:creationId xmlns:a16="http://schemas.microsoft.com/office/drawing/2014/main" id="{9EDF19A9-5237-19D2-A47A-3A098A58ACD4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67F9E773-E7E7-6B4F-3B74-D573963E0727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4" name="Google Shape;206;p15">
            <a:extLst>
              <a:ext uri="{FF2B5EF4-FFF2-40B4-BE49-F238E27FC236}">
                <a16:creationId xmlns:a16="http://schemas.microsoft.com/office/drawing/2014/main" id="{FBB1CF25-F7D6-7605-4465-816482B3E619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CA47C35F-E47F-44F0-3DA7-9CBA8B47B50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20</a:t>
            </a:fld>
            <a:r>
              <a:rPr lang="en-US" noProof="0" dirty="0"/>
              <a:t> / 39</a:t>
            </a:r>
          </a:p>
        </p:txBody>
      </p:sp>
      <p:pic>
        <p:nvPicPr>
          <p:cNvPr id="3" name="Grafik 2" descr="Ein Bild, das Text, Schrift, Screenshot, Diagramm enthält.&#10;&#10;KI-generierte Inhalte können fehlerhaft sein.">
            <a:extLst>
              <a:ext uri="{FF2B5EF4-FFF2-40B4-BE49-F238E27FC236}">
                <a16:creationId xmlns:a16="http://schemas.microsoft.com/office/drawing/2014/main" id="{8B99FEA5-2DA3-1420-67A4-B51495A197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374" y="1342681"/>
            <a:ext cx="3895250" cy="1638723"/>
          </a:xfrm>
          <a:prstGeom prst="rect">
            <a:avLst/>
          </a:prstGeom>
        </p:spPr>
      </p:pic>
      <p:pic>
        <p:nvPicPr>
          <p:cNvPr id="13" name="Grafik 12" descr="Ein Bild, das Text, Reihe, Diagramm, Zahl enthält.&#10;&#10;KI-generierte Inhalte können fehlerhaft sein.">
            <a:extLst>
              <a:ext uri="{FF2B5EF4-FFF2-40B4-BE49-F238E27FC236}">
                <a16:creationId xmlns:a16="http://schemas.microsoft.com/office/drawing/2014/main" id="{109302CA-C311-605B-4DC6-ED7F220853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374" y="2981404"/>
            <a:ext cx="3895250" cy="1661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341807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9497271B-D6A6-21BB-1254-742487580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22;p17">
            <a:extLst>
              <a:ext uri="{FF2B5EF4-FFF2-40B4-BE49-F238E27FC236}">
                <a16:creationId xmlns:a16="http://schemas.microsoft.com/office/drawing/2014/main" id="{A6D83D43-2485-0131-80DE-79FE8455F9D2}"/>
              </a:ext>
            </a:extLst>
          </p:cNvPr>
          <p:cNvSpPr txBox="1">
            <a:spLocks/>
          </p:cNvSpPr>
          <p:nvPr/>
        </p:nvSpPr>
        <p:spPr>
          <a:xfrm>
            <a:off x="359999" y="752800"/>
            <a:ext cx="8424000" cy="3848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Threshold-Based Detection (Cmd.-Speed)</a:t>
            </a:r>
          </a:p>
          <a:p>
            <a:pPr lvl="0" indent="-338400" algn="ctr">
              <a:lnSpc>
                <a:spcPct val="95000"/>
              </a:lnSpc>
              <a:spcBef>
                <a:spcPts val="1200"/>
              </a:spcBef>
              <a:buNone/>
            </a:pP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16229E3C-9F65-37C5-89B8-C3CAFD682D54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A2CAAE0D-0A29-349D-476D-42E5B6A5AC51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8" name="Richtungspfeil 33">
                <a:extLst>
                  <a:ext uri="{FF2B5EF4-FFF2-40B4-BE49-F238E27FC236}">
                    <a16:creationId xmlns:a16="http://schemas.microsoft.com/office/drawing/2014/main" id="{0324BADE-8417-962B-83A8-7E62CAD86ED5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">
                <a:extLst>
                  <a:ext uri="{FF2B5EF4-FFF2-40B4-BE49-F238E27FC236}">
                    <a16:creationId xmlns:a16="http://schemas.microsoft.com/office/drawing/2014/main" id="{F779B7E7-6573-67BF-8EF7-BC32F4B8FE48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1" name="Eingekerbter Richtungspfeil 10">
                <a:extLst>
                  <a:ext uri="{FF2B5EF4-FFF2-40B4-BE49-F238E27FC236}">
                    <a16:creationId xmlns:a16="http://schemas.microsoft.com/office/drawing/2014/main" id="{5D6A2B4E-D0E7-E026-9DCC-DDA3B9CCED2F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2" name="Eingekerbter Richtungspfeil 11">
                <a:extLst>
                  <a:ext uri="{FF2B5EF4-FFF2-40B4-BE49-F238E27FC236}">
                    <a16:creationId xmlns:a16="http://schemas.microsoft.com/office/drawing/2014/main" id="{0DAEA082-EEC2-F2E1-85D4-7BC0EE0AEFA9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4A2B2228-0A95-C253-5E22-FA5CD6794500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4" name="Google Shape;206;p15">
            <a:extLst>
              <a:ext uri="{FF2B5EF4-FFF2-40B4-BE49-F238E27FC236}">
                <a16:creationId xmlns:a16="http://schemas.microsoft.com/office/drawing/2014/main" id="{B88F4D44-1178-2F2E-3C6D-505A41D805D9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CD7A83BA-7B75-1BCF-6736-FDF3CFE7FE7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21</a:t>
            </a:fld>
            <a:r>
              <a:rPr lang="en-US" noProof="0" dirty="0"/>
              <a:t> / 39</a:t>
            </a:r>
          </a:p>
        </p:txBody>
      </p:sp>
      <p:pic>
        <p:nvPicPr>
          <p:cNvPr id="13" name="Grafik 12" descr="Ein Bild, das Text, Schrift, Screenshot, Diagramm enthält.&#10;&#10;KI-generierte Inhalte können fehlerhaft sein.">
            <a:extLst>
              <a:ext uri="{FF2B5EF4-FFF2-40B4-BE49-F238E27FC236}">
                <a16:creationId xmlns:a16="http://schemas.microsoft.com/office/drawing/2014/main" id="{CF87176F-2242-D2B0-1193-EB7B00A708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376" y="1342680"/>
            <a:ext cx="3895250" cy="1638724"/>
          </a:xfrm>
          <a:prstGeom prst="rect">
            <a:avLst/>
          </a:prstGeom>
        </p:spPr>
      </p:pic>
      <p:pic>
        <p:nvPicPr>
          <p:cNvPr id="17" name="Grafik 16" descr="Ein Bild, das Text, Reihe, Diagramm, parallel enthält.&#10;&#10;KI-generierte Inhalte können fehlerhaft sein.">
            <a:extLst>
              <a:ext uri="{FF2B5EF4-FFF2-40B4-BE49-F238E27FC236}">
                <a16:creationId xmlns:a16="http://schemas.microsoft.com/office/drawing/2014/main" id="{D8937CB6-F99C-0332-95DB-32E660A7BC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375" y="2981403"/>
            <a:ext cx="3895249" cy="1661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6058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88C2AEE6-32AF-D7D3-4D57-2781E902A0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22;p17">
            <a:extLst>
              <a:ext uri="{FF2B5EF4-FFF2-40B4-BE49-F238E27FC236}">
                <a16:creationId xmlns:a16="http://schemas.microsoft.com/office/drawing/2014/main" id="{84BCDC02-F4C9-5A11-C56C-0288A41AF200}"/>
              </a:ext>
            </a:extLst>
          </p:cNvPr>
          <p:cNvSpPr txBox="1">
            <a:spLocks/>
          </p:cNvSpPr>
          <p:nvPr/>
        </p:nvSpPr>
        <p:spPr>
          <a:xfrm>
            <a:off x="359999" y="752800"/>
            <a:ext cx="8424000" cy="3848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Moving Average-Based Detection</a:t>
            </a: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BC4282A6-8D50-8EB6-CF90-4907208D7C38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5E523477-D7C6-E1DF-A804-3714A7E08305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8" name="Richtungspfeil 33">
                <a:extLst>
                  <a:ext uri="{FF2B5EF4-FFF2-40B4-BE49-F238E27FC236}">
                    <a16:creationId xmlns:a16="http://schemas.microsoft.com/office/drawing/2014/main" id="{316A8861-23FC-65E3-4516-C51105B27C4A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">
                <a:extLst>
                  <a:ext uri="{FF2B5EF4-FFF2-40B4-BE49-F238E27FC236}">
                    <a16:creationId xmlns:a16="http://schemas.microsoft.com/office/drawing/2014/main" id="{6CA0F9D6-684D-3842-26F4-B834956B12F1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1" name="Eingekerbter Richtungspfeil 10">
                <a:extLst>
                  <a:ext uri="{FF2B5EF4-FFF2-40B4-BE49-F238E27FC236}">
                    <a16:creationId xmlns:a16="http://schemas.microsoft.com/office/drawing/2014/main" id="{B61F8B88-BC42-1260-44F8-1582C40D2DBD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2" name="Eingekerbter Richtungspfeil 11">
                <a:extLst>
                  <a:ext uri="{FF2B5EF4-FFF2-40B4-BE49-F238E27FC236}">
                    <a16:creationId xmlns:a16="http://schemas.microsoft.com/office/drawing/2014/main" id="{9DDEBD02-E85A-C785-E349-B04F31412924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106477F8-49B2-93C9-52C2-B0922654AA64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4" name="Google Shape;206;p15">
            <a:extLst>
              <a:ext uri="{FF2B5EF4-FFF2-40B4-BE49-F238E27FC236}">
                <a16:creationId xmlns:a16="http://schemas.microsoft.com/office/drawing/2014/main" id="{50A7B090-23D0-5678-AE1A-19418561C010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D2250CD8-092F-44D8-0331-8418996E80C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22</a:t>
            </a:fld>
            <a:r>
              <a:rPr lang="en-US" noProof="0" dirty="0"/>
              <a:t> / 39</a:t>
            </a:r>
          </a:p>
        </p:txBody>
      </p:sp>
      <p:pic>
        <p:nvPicPr>
          <p:cNvPr id="19" name="Picture 2" descr="A graph showing a graph of a graph&#10;&#10;AI-generated content may be incorrect.">
            <a:extLst>
              <a:ext uri="{FF2B5EF4-FFF2-40B4-BE49-F238E27FC236}">
                <a16:creationId xmlns:a16="http://schemas.microsoft.com/office/drawing/2014/main" id="{F77351FA-CC79-5D6E-91F0-163EBFD397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374" y="1343330"/>
            <a:ext cx="3895250" cy="1638074"/>
          </a:xfrm>
          <a:prstGeom prst="rect">
            <a:avLst/>
          </a:prstGeom>
        </p:spPr>
      </p:pic>
      <p:pic>
        <p:nvPicPr>
          <p:cNvPr id="28" name="Grafik 27">
            <a:extLst>
              <a:ext uri="{FF2B5EF4-FFF2-40B4-BE49-F238E27FC236}">
                <a16:creationId xmlns:a16="http://schemas.microsoft.com/office/drawing/2014/main" id="{A2146FC0-0A22-A0DE-01FE-8C2F8A306A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374" y="2981404"/>
            <a:ext cx="3895250" cy="1653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403613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17B2AC0D-8256-237C-83AE-5675A33C5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22;p17">
            <a:extLst>
              <a:ext uri="{FF2B5EF4-FFF2-40B4-BE49-F238E27FC236}">
                <a16:creationId xmlns:a16="http://schemas.microsoft.com/office/drawing/2014/main" id="{23E8BF85-6A8E-D3C7-8BCE-1088229B59E5}"/>
              </a:ext>
            </a:extLst>
          </p:cNvPr>
          <p:cNvSpPr txBox="1">
            <a:spLocks/>
          </p:cNvSpPr>
          <p:nvPr/>
        </p:nvSpPr>
        <p:spPr>
          <a:xfrm>
            <a:off x="359999" y="752800"/>
            <a:ext cx="8424000" cy="3848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Wavelet Transform</a:t>
            </a:r>
          </a:p>
          <a:p>
            <a:pPr lvl="0" indent="-338400" algn="ctr">
              <a:lnSpc>
                <a:spcPct val="95000"/>
              </a:lnSpc>
              <a:spcBef>
                <a:spcPts val="1200"/>
              </a:spcBef>
              <a:buNone/>
            </a:pP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558D53D2-09E1-7543-7522-58411C650228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37B56458-6E5A-7630-E82B-12D46A9D663F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8" name="Richtungspfeil 33">
                <a:extLst>
                  <a:ext uri="{FF2B5EF4-FFF2-40B4-BE49-F238E27FC236}">
                    <a16:creationId xmlns:a16="http://schemas.microsoft.com/office/drawing/2014/main" id="{F15C8CE0-235C-B34C-7CDE-E00D0ED8BEA1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">
                <a:extLst>
                  <a:ext uri="{FF2B5EF4-FFF2-40B4-BE49-F238E27FC236}">
                    <a16:creationId xmlns:a16="http://schemas.microsoft.com/office/drawing/2014/main" id="{AA83D35E-CAD1-08FF-4198-6B0CAAD3F2D8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1" name="Eingekerbter Richtungspfeil 10">
                <a:extLst>
                  <a:ext uri="{FF2B5EF4-FFF2-40B4-BE49-F238E27FC236}">
                    <a16:creationId xmlns:a16="http://schemas.microsoft.com/office/drawing/2014/main" id="{21A66082-A9D8-3809-124C-CBCB8701D500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2" name="Eingekerbter Richtungspfeil 11">
                <a:extLst>
                  <a:ext uri="{FF2B5EF4-FFF2-40B4-BE49-F238E27FC236}">
                    <a16:creationId xmlns:a16="http://schemas.microsoft.com/office/drawing/2014/main" id="{A7DCC575-C2AB-EB52-05E8-1FD62F67DD1E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DD3C7A18-B6B9-70D7-AFE7-A644B8F2A921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4" name="Google Shape;206;p15">
            <a:extLst>
              <a:ext uri="{FF2B5EF4-FFF2-40B4-BE49-F238E27FC236}">
                <a16:creationId xmlns:a16="http://schemas.microsoft.com/office/drawing/2014/main" id="{5EE15655-71B2-2774-D3F2-03C1F34F9195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867EEFEF-2E7A-1A13-70A7-B3543E246F7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23</a:t>
            </a:fld>
            <a:r>
              <a:rPr lang="en-US" noProof="0" dirty="0"/>
              <a:t> / 39</a:t>
            </a:r>
          </a:p>
        </p:txBody>
      </p:sp>
      <p:pic>
        <p:nvPicPr>
          <p:cNvPr id="3" name="Grafik 2" descr="Ein Bild, das Text, Diagramm, Screenshot, Reihe enthält.&#10;&#10;KI-generierte Inhalte können fehlerhaft sein.">
            <a:extLst>
              <a:ext uri="{FF2B5EF4-FFF2-40B4-BE49-F238E27FC236}">
                <a16:creationId xmlns:a16="http://schemas.microsoft.com/office/drawing/2014/main" id="{93985E6A-4A61-49EF-D722-2D552A9535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377" y="1342681"/>
            <a:ext cx="3895250" cy="1638724"/>
          </a:xfrm>
          <a:prstGeom prst="rect">
            <a:avLst/>
          </a:prstGeom>
        </p:spPr>
      </p:pic>
      <p:pic>
        <p:nvPicPr>
          <p:cNvPr id="17" name="Grafik 16" descr="Ein Bild, das Reihe, Diagramm, Text, Screenshot enthält.&#10;&#10;KI-generierte Inhalte können fehlerhaft sein.">
            <a:extLst>
              <a:ext uri="{FF2B5EF4-FFF2-40B4-BE49-F238E27FC236}">
                <a16:creationId xmlns:a16="http://schemas.microsoft.com/office/drawing/2014/main" id="{2FEB318F-4A2A-C8E4-1785-9342990E57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377" y="2981405"/>
            <a:ext cx="3895250" cy="1661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222471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F39A8C1F-B522-BB9F-7E32-84923E0EDA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22;p17">
            <a:extLst>
              <a:ext uri="{FF2B5EF4-FFF2-40B4-BE49-F238E27FC236}">
                <a16:creationId xmlns:a16="http://schemas.microsoft.com/office/drawing/2014/main" id="{B8FDFC66-3A6C-C726-AD5F-218ECD0CAD5C}"/>
              </a:ext>
            </a:extLst>
          </p:cNvPr>
          <p:cNvSpPr txBox="1">
            <a:spLocks/>
          </p:cNvSpPr>
          <p:nvPr/>
        </p:nvSpPr>
        <p:spPr>
          <a:xfrm>
            <a:off x="359999" y="752800"/>
            <a:ext cx="8424000" cy="3848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Clustering with K-Means</a:t>
            </a: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02045637-AC74-9B9D-60C7-FD398234106F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6D9C2433-4CAC-57D9-8687-27A39266E4FE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8" name="Richtungspfeil 33">
                <a:extLst>
                  <a:ext uri="{FF2B5EF4-FFF2-40B4-BE49-F238E27FC236}">
                    <a16:creationId xmlns:a16="http://schemas.microsoft.com/office/drawing/2014/main" id="{2431F73B-BDE4-5EE2-9409-F014B617EAFF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">
                <a:extLst>
                  <a:ext uri="{FF2B5EF4-FFF2-40B4-BE49-F238E27FC236}">
                    <a16:creationId xmlns:a16="http://schemas.microsoft.com/office/drawing/2014/main" id="{763D4149-212C-6F4C-B084-F55E1E6C26D8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1" name="Eingekerbter Richtungspfeil 10">
                <a:extLst>
                  <a:ext uri="{FF2B5EF4-FFF2-40B4-BE49-F238E27FC236}">
                    <a16:creationId xmlns:a16="http://schemas.microsoft.com/office/drawing/2014/main" id="{488ADF42-7F3B-2CCF-FB1C-5371BFD3FB7E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2" name="Eingekerbter Richtungspfeil 11">
                <a:extLst>
                  <a:ext uri="{FF2B5EF4-FFF2-40B4-BE49-F238E27FC236}">
                    <a16:creationId xmlns:a16="http://schemas.microsoft.com/office/drawing/2014/main" id="{FC8BA9AB-A504-48DC-9C4C-03D3165E1C46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06E95D6E-F18C-FB32-F9A8-7006338B70F7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4" name="Google Shape;206;p15">
            <a:extLst>
              <a:ext uri="{FF2B5EF4-FFF2-40B4-BE49-F238E27FC236}">
                <a16:creationId xmlns:a16="http://schemas.microsoft.com/office/drawing/2014/main" id="{A54F375D-33D6-AD80-6B67-3E04587D3F0C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18EC58CC-5BCF-1FFA-9FAD-5B458E098C0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24</a:t>
            </a:fld>
            <a:r>
              <a:rPr lang="en-US" noProof="0" dirty="0"/>
              <a:t> / 39</a:t>
            </a:r>
          </a:p>
        </p:txBody>
      </p:sp>
      <p:pic>
        <p:nvPicPr>
          <p:cNvPr id="13" name="Grafik 12" descr="Ein Bild, das Text, Schrif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34AD6C52-D577-B9DA-0D85-2064F4D720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374" y="1342682"/>
            <a:ext cx="3895250" cy="1638723"/>
          </a:xfrm>
          <a:prstGeom prst="rect">
            <a:avLst/>
          </a:prstGeom>
        </p:spPr>
      </p:pic>
      <p:pic>
        <p:nvPicPr>
          <p:cNvPr id="17" name="Grafik 16" descr="Ein Bild, das Text, Diagramm, Reihe, Schrift enthält.&#10;&#10;KI-generierte Inhalte können fehlerhaft sein.">
            <a:extLst>
              <a:ext uri="{FF2B5EF4-FFF2-40B4-BE49-F238E27FC236}">
                <a16:creationId xmlns:a16="http://schemas.microsoft.com/office/drawing/2014/main" id="{679F896C-AE35-4462-290F-D77FFF866F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374" y="2981405"/>
            <a:ext cx="3895250" cy="1661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760293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FEEA6405-5F0E-6C73-349C-E0F3C124DD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22;p17">
            <a:extLst>
              <a:ext uri="{FF2B5EF4-FFF2-40B4-BE49-F238E27FC236}">
                <a16:creationId xmlns:a16="http://schemas.microsoft.com/office/drawing/2014/main" id="{FD79390B-39F5-36DB-BEDB-57DDA1E88EE9}"/>
              </a:ext>
            </a:extLst>
          </p:cNvPr>
          <p:cNvSpPr txBox="1">
            <a:spLocks/>
          </p:cNvSpPr>
          <p:nvPr/>
        </p:nvSpPr>
        <p:spPr>
          <a:xfrm>
            <a:off x="359999" y="752800"/>
            <a:ext cx="8424000" cy="3848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Clustering with DBSCAN</a:t>
            </a: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2A986758-01F6-FF96-CF7B-D189447746A4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516D599B-EE12-9F4C-C380-2E2DC0D44FCD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8" name="Richtungspfeil 33">
                <a:extLst>
                  <a:ext uri="{FF2B5EF4-FFF2-40B4-BE49-F238E27FC236}">
                    <a16:creationId xmlns:a16="http://schemas.microsoft.com/office/drawing/2014/main" id="{620DEA19-CB36-4609-3D2C-C979CA192197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">
                <a:extLst>
                  <a:ext uri="{FF2B5EF4-FFF2-40B4-BE49-F238E27FC236}">
                    <a16:creationId xmlns:a16="http://schemas.microsoft.com/office/drawing/2014/main" id="{8B08C664-6D50-4C49-26AD-62BEDCFE6F9B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1" name="Eingekerbter Richtungspfeil 10">
                <a:extLst>
                  <a:ext uri="{FF2B5EF4-FFF2-40B4-BE49-F238E27FC236}">
                    <a16:creationId xmlns:a16="http://schemas.microsoft.com/office/drawing/2014/main" id="{99BBA1BD-7E56-74BC-473C-11277BE6A853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2" name="Eingekerbter Richtungspfeil 11">
                <a:extLst>
                  <a:ext uri="{FF2B5EF4-FFF2-40B4-BE49-F238E27FC236}">
                    <a16:creationId xmlns:a16="http://schemas.microsoft.com/office/drawing/2014/main" id="{8F4BC032-BC11-71C0-54F1-7B5B0D9C549E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76F7FA89-25E9-09CC-A83F-AC29766B6768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4" name="Google Shape;206;p15">
            <a:extLst>
              <a:ext uri="{FF2B5EF4-FFF2-40B4-BE49-F238E27FC236}">
                <a16:creationId xmlns:a16="http://schemas.microsoft.com/office/drawing/2014/main" id="{4D82368F-7B49-56F7-736E-61CEBE38C615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3A42D193-CDD8-91E3-B165-73AEFEF22AE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25</a:t>
            </a:fld>
            <a:r>
              <a:rPr lang="en-US" noProof="0" dirty="0"/>
              <a:t> / 39</a:t>
            </a:r>
          </a:p>
        </p:txBody>
      </p:sp>
      <p:pic>
        <p:nvPicPr>
          <p:cNvPr id="3" name="Grafik 2" descr="Ein Bild, das Text, Schrift, Screenshot, Diagramm enthält.&#10;&#10;KI-generierte Inhalte können fehlerhaft sein.">
            <a:extLst>
              <a:ext uri="{FF2B5EF4-FFF2-40B4-BE49-F238E27FC236}">
                <a16:creationId xmlns:a16="http://schemas.microsoft.com/office/drawing/2014/main" id="{486B1638-230D-DDDF-0B6F-DF6336A207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377" y="1342682"/>
            <a:ext cx="3895250" cy="1638723"/>
          </a:xfrm>
          <a:prstGeom prst="rect">
            <a:avLst/>
          </a:prstGeom>
        </p:spPr>
      </p:pic>
      <p:pic>
        <p:nvPicPr>
          <p:cNvPr id="17" name="Grafik 16" descr="Ein Bild, das Text, Reihe, Diagramm, Zahl enthält.&#10;&#10;KI-generierte Inhalte können fehlerhaft sein.">
            <a:extLst>
              <a:ext uri="{FF2B5EF4-FFF2-40B4-BE49-F238E27FC236}">
                <a16:creationId xmlns:a16="http://schemas.microsoft.com/office/drawing/2014/main" id="{7A8C8119-03D3-82C5-88DA-15D1DA0539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374" y="2981405"/>
            <a:ext cx="3895249" cy="1661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10951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838F4DC2-F1A4-41AF-BE1A-0B65B68E6C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22;p17">
            <a:extLst>
              <a:ext uri="{FF2B5EF4-FFF2-40B4-BE49-F238E27FC236}">
                <a16:creationId xmlns:a16="http://schemas.microsoft.com/office/drawing/2014/main" id="{A173D38C-F274-69CF-3272-97141585EE04}"/>
              </a:ext>
            </a:extLst>
          </p:cNvPr>
          <p:cNvSpPr txBox="1">
            <a:spLocks/>
          </p:cNvSpPr>
          <p:nvPr/>
        </p:nvSpPr>
        <p:spPr>
          <a:xfrm>
            <a:off x="359999" y="752800"/>
            <a:ext cx="8424000" cy="3848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Isolation Forest</a:t>
            </a: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40A44590-9643-7016-561A-09029E81F55F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6173DB92-53A4-6A6A-5454-FEE2B22FF670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8" name="Richtungspfeil 33">
                <a:extLst>
                  <a:ext uri="{FF2B5EF4-FFF2-40B4-BE49-F238E27FC236}">
                    <a16:creationId xmlns:a16="http://schemas.microsoft.com/office/drawing/2014/main" id="{8B2A46A8-78CA-8AB0-7472-1A783AC4DE6E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">
                <a:extLst>
                  <a:ext uri="{FF2B5EF4-FFF2-40B4-BE49-F238E27FC236}">
                    <a16:creationId xmlns:a16="http://schemas.microsoft.com/office/drawing/2014/main" id="{2A26DAEA-C9A8-2C62-E90E-A30D58405177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1" name="Eingekerbter Richtungspfeil 10">
                <a:extLst>
                  <a:ext uri="{FF2B5EF4-FFF2-40B4-BE49-F238E27FC236}">
                    <a16:creationId xmlns:a16="http://schemas.microsoft.com/office/drawing/2014/main" id="{153C5CB5-E0FA-42EC-A48B-A9B9B475FA6E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2" name="Eingekerbter Richtungspfeil 11">
                <a:extLst>
                  <a:ext uri="{FF2B5EF4-FFF2-40B4-BE49-F238E27FC236}">
                    <a16:creationId xmlns:a16="http://schemas.microsoft.com/office/drawing/2014/main" id="{795C3630-7BC1-B3C7-1619-A1151AF092CA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65A66CAF-5B69-F208-3213-D007F658D61A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4" name="Google Shape;206;p15">
            <a:extLst>
              <a:ext uri="{FF2B5EF4-FFF2-40B4-BE49-F238E27FC236}">
                <a16:creationId xmlns:a16="http://schemas.microsoft.com/office/drawing/2014/main" id="{8AAFC34C-057C-688E-F66E-4E71968C3618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4C15D3DD-6C7B-8645-D49F-EA27FA4B552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26</a:t>
            </a:fld>
            <a:r>
              <a:rPr lang="en-US" noProof="0" dirty="0"/>
              <a:t> / 39</a:t>
            </a:r>
          </a:p>
        </p:txBody>
      </p:sp>
      <p:pic>
        <p:nvPicPr>
          <p:cNvPr id="3" name="Picture 3">
            <a:extLst>
              <a:ext uri="{FF2B5EF4-FFF2-40B4-BE49-F238E27FC236}">
                <a16:creationId xmlns:a16="http://schemas.microsoft.com/office/drawing/2014/main" id="{9F169583-C3F8-5E04-A4C7-7644F0529A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376" y="1343331"/>
            <a:ext cx="3895250" cy="1638074"/>
          </a:xfrm>
          <a:prstGeom prst="rect">
            <a:avLst/>
          </a:prstGeom>
        </p:spPr>
      </p:pic>
      <p:pic>
        <p:nvPicPr>
          <p:cNvPr id="19" name="Picture 14">
            <a:extLst>
              <a:ext uri="{FF2B5EF4-FFF2-40B4-BE49-F238E27FC236}">
                <a16:creationId xmlns:a16="http://schemas.microsoft.com/office/drawing/2014/main" id="{E55E5D27-EB6A-B920-4EF3-B18DD1EEBE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376" y="2981406"/>
            <a:ext cx="3895250" cy="1661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910920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BC8364D1-343A-F0D6-212B-8D0524E92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22;p17">
            <a:extLst>
              <a:ext uri="{FF2B5EF4-FFF2-40B4-BE49-F238E27FC236}">
                <a16:creationId xmlns:a16="http://schemas.microsoft.com/office/drawing/2014/main" id="{924183EA-7624-93FF-A9C6-25FD783938B7}"/>
              </a:ext>
            </a:extLst>
          </p:cNvPr>
          <p:cNvSpPr txBox="1">
            <a:spLocks/>
          </p:cNvSpPr>
          <p:nvPr/>
        </p:nvSpPr>
        <p:spPr>
          <a:xfrm>
            <a:off x="359999" y="752800"/>
            <a:ext cx="8424000" cy="3848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Autoencoder</a:t>
            </a: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3E00B810-C3AA-E7D2-E200-5B605DDD57C1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532EE537-2619-194A-6BE6-4D98F97819B5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8" name="Richtungspfeil 33">
                <a:extLst>
                  <a:ext uri="{FF2B5EF4-FFF2-40B4-BE49-F238E27FC236}">
                    <a16:creationId xmlns:a16="http://schemas.microsoft.com/office/drawing/2014/main" id="{959DB562-3562-E0D4-DAFB-2B17A647912A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">
                <a:extLst>
                  <a:ext uri="{FF2B5EF4-FFF2-40B4-BE49-F238E27FC236}">
                    <a16:creationId xmlns:a16="http://schemas.microsoft.com/office/drawing/2014/main" id="{EE4D8A42-C3FE-9FBD-9A93-05A4A45B7CD7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1" name="Eingekerbter Richtungspfeil 10">
                <a:extLst>
                  <a:ext uri="{FF2B5EF4-FFF2-40B4-BE49-F238E27FC236}">
                    <a16:creationId xmlns:a16="http://schemas.microsoft.com/office/drawing/2014/main" id="{13BA3A3B-DCC6-FB19-6045-711EC5DB16CB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2" name="Eingekerbter Richtungspfeil 11">
                <a:extLst>
                  <a:ext uri="{FF2B5EF4-FFF2-40B4-BE49-F238E27FC236}">
                    <a16:creationId xmlns:a16="http://schemas.microsoft.com/office/drawing/2014/main" id="{77A371B0-370B-8F2F-36C0-26C273812827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982C86F8-BA4E-6EC0-6ED3-E41323ED81DF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4" name="Google Shape;206;p15">
            <a:extLst>
              <a:ext uri="{FF2B5EF4-FFF2-40B4-BE49-F238E27FC236}">
                <a16:creationId xmlns:a16="http://schemas.microsoft.com/office/drawing/2014/main" id="{693C99CD-B620-951E-7315-8122EFB44DEF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33026619-BC33-8ACD-718B-A5DBC5B70D5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27</a:t>
            </a:fld>
            <a:r>
              <a:rPr lang="en-US" noProof="0" dirty="0"/>
              <a:t> / 39</a:t>
            </a:r>
          </a:p>
        </p:txBody>
      </p:sp>
      <p:pic>
        <p:nvPicPr>
          <p:cNvPr id="3" name="Picture 3" descr="A graph showing a line of blue squares&#10;&#10;AI-generated content may be incorrect.">
            <a:extLst>
              <a:ext uri="{FF2B5EF4-FFF2-40B4-BE49-F238E27FC236}">
                <a16:creationId xmlns:a16="http://schemas.microsoft.com/office/drawing/2014/main" id="{6318A310-F672-DD8E-F069-20B78D0069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377" y="1343331"/>
            <a:ext cx="3895250" cy="1638074"/>
          </a:xfrm>
          <a:prstGeom prst="rect">
            <a:avLst/>
          </a:prstGeom>
        </p:spPr>
      </p:pic>
      <p:pic>
        <p:nvPicPr>
          <p:cNvPr id="20" name="Picture 16" descr="A graph showing a number of data&#10;&#10;AI-generated content may be incorrect.">
            <a:extLst>
              <a:ext uri="{FF2B5EF4-FFF2-40B4-BE49-F238E27FC236}">
                <a16:creationId xmlns:a16="http://schemas.microsoft.com/office/drawing/2014/main" id="{EEDA9CA7-5ABC-C82D-D782-90734699A6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377" y="2981406"/>
            <a:ext cx="3895250" cy="1661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466765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>
          <a:extLst>
            <a:ext uri="{FF2B5EF4-FFF2-40B4-BE49-F238E27FC236}">
              <a16:creationId xmlns:a16="http://schemas.microsoft.com/office/drawing/2014/main" id="{E8C45650-3367-680A-6784-7D67021BC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Diagramm 5">
            <a:extLst>
              <a:ext uri="{FF2B5EF4-FFF2-40B4-BE49-F238E27FC236}">
                <a16:creationId xmlns:a16="http://schemas.microsoft.com/office/drawing/2014/main" id="{69AB15AA-D3BA-0CCC-E377-CCE07C69259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42612632"/>
              </p:ext>
            </p:extLst>
          </p:nvPr>
        </p:nvGraphicFramePr>
        <p:xfrm>
          <a:off x="719998" y="825191"/>
          <a:ext cx="7704000" cy="29548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7E0E8A5E-9CD0-7BC3-7DAE-B415D1DD2154}"/>
              </a:ext>
            </a:extLst>
          </p:cNvPr>
          <p:cNvCxnSpPr>
            <a:cxnSpLocks/>
          </p:cNvCxnSpPr>
          <p:nvPr/>
        </p:nvCxnSpPr>
        <p:spPr>
          <a:xfrm flipH="1">
            <a:off x="0" y="535471"/>
            <a:ext cx="9144000" cy="0"/>
          </a:xfrm>
          <a:prstGeom prst="line">
            <a:avLst/>
          </a:prstGeom>
          <a:ln w="19050">
            <a:solidFill>
              <a:srgbClr val="0068B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C02AE32C-DAFF-649C-386D-3934316AD12F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69448B5-627A-87FB-48BF-CA03A245AD0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28</a:t>
            </a:fld>
            <a:r>
              <a:rPr lang="en-US" noProof="0" dirty="0"/>
              <a:t> / 39</a:t>
            </a:r>
          </a:p>
        </p:txBody>
      </p:sp>
    </p:spTree>
    <p:extLst>
      <p:ext uri="{BB962C8B-B14F-4D97-AF65-F5344CB8AC3E}">
        <p14:creationId xmlns:p14="http://schemas.microsoft.com/office/powerpoint/2010/main" val="157586454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BE23F47D-7BD5-40FE-C563-FC73692959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8546646B-1CAF-0C87-C592-D27EEC14A515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789"/>
            <a:ext cx="8424000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>
              <a:lnSpc>
                <a:spcPct val="114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Key criteria</a:t>
            </a:r>
          </a:p>
          <a:p>
            <a:pPr lvl="1">
              <a:lnSpc>
                <a:spcPct val="114000"/>
              </a:lnSpc>
              <a:spcBef>
                <a:spcPts val="1200"/>
              </a:spcBef>
            </a:pPr>
            <a:r>
              <a:rPr lang="en-US" sz="1543" dirty="0">
                <a:latin typeface="+mn-lt"/>
              </a:rPr>
              <a:t>Precision and recall</a:t>
            </a:r>
          </a:p>
          <a:p>
            <a:pPr lvl="1">
              <a:lnSpc>
                <a:spcPct val="114000"/>
              </a:lnSpc>
              <a:spcBef>
                <a:spcPts val="1200"/>
              </a:spcBef>
            </a:pPr>
            <a:r>
              <a:rPr lang="en-US" sz="1543" noProof="0" dirty="0">
                <a:latin typeface="+mn-lt"/>
              </a:rPr>
              <a:t>Computational costs</a:t>
            </a:r>
            <a:r>
              <a:rPr lang="en-US" sz="1543" dirty="0">
                <a:latin typeface="+mn-lt"/>
              </a:rPr>
              <a:t> and </a:t>
            </a:r>
            <a:r>
              <a:rPr lang="en-US" sz="1543" noProof="0" dirty="0">
                <a:latin typeface="+mn-lt"/>
              </a:rPr>
              <a:t>complexity</a:t>
            </a:r>
          </a:p>
          <a:p>
            <a:pPr lvl="1">
              <a:lnSpc>
                <a:spcPct val="114000"/>
              </a:lnSpc>
              <a:spcBef>
                <a:spcPts val="1200"/>
              </a:spcBef>
            </a:pPr>
            <a:r>
              <a:rPr lang="en-US" sz="1543" dirty="0">
                <a:latin typeface="+mn-lt"/>
              </a:rPr>
              <a:t>Generalization and robustness</a:t>
            </a:r>
          </a:p>
          <a:p>
            <a:pPr lvl="1">
              <a:lnSpc>
                <a:spcPct val="114000"/>
              </a:lnSpc>
              <a:spcBef>
                <a:spcPts val="1200"/>
              </a:spcBef>
            </a:pPr>
            <a:r>
              <a:rPr lang="en-US" sz="1543" dirty="0">
                <a:latin typeface="+mn-lt"/>
              </a:rPr>
              <a:t>Applicability</a:t>
            </a:r>
            <a:endParaRPr lang="en-US" sz="1543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78677835-5C0B-AE8F-B9D1-C987040CBB87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184ACAE8-C2B7-345E-23D9-33A76CBB36C0}"/>
                </a:ext>
              </a:extLst>
            </p:cNvPr>
            <p:cNvGrpSpPr/>
            <p:nvPr/>
          </p:nvGrpSpPr>
          <p:grpSpPr>
            <a:xfrm>
              <a:off x="797538" y="70119"/>
              <a:ext cx="9040147" cy="425576"/>
              <a:chOff x="958348" y="786838"/>
              <a:chExt cx="4045252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39840150-3DF1-8238-79E7-53D3009B9C73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0E6933BF-1A9C-B65B-36B0-3AA8684AA88E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09B94E8D-A8A8-2760-6FB7-B947336449D8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8ACC43ED-7F15-56B8-7124-2ACCBA4A7F52}"/>
                  </a:ext>
                </a:extLst>
              </p:cNvPr>
              <p:cNvSpPr/>
              <p:nvPr/>
            </p:nvSpPr>
            <p:spPr>
              <a:xfrm>
                <a:off x="2623371" y="786838"/>
                <a:ext cx="2380229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 Evaluation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EC616692-24A9-FC6C-1418-ED8777739722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2AA944AF-4112-4A47-64FF-F64CD4B5D5CA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F5CE6430-2E03-9A3D-3FE8-84D66BC4A60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29</a:t>
            </a:fld>
            <a:r>
              <a:rPr lang="en-US" noProof="0" dirty="0"/>
              <a:t> / 39</a:t>
            </a:r>
          </a:p>
        </p:txBody>
      </p:sp>
    </p:spTree>
    <p:extLst>
      <p:ext uri="{BB962C8B-B14F-4D97-AF65-F5344CB8AC3E}">
        <p14:creationId xmlns:p14="http://schemas.microsoft.com/office/powerpoint/2010/main" val="6907569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4BC95A36-FB80-DAC5-F327-DBF17380D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23C6B6DE-3520-75B3-44AD-34B2CDE415E3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789"/>
            <a:ext cx="8424000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17729" indent="0" algn="ctr">
              <a:lnSpc>
                <a:spcPct val="114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Comparison with Pseudo Labels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A69080BD-8150-480A-7ACB-41AEFED2F85C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DA22A017-3761-0665-9B9B-4F9679808186}"/>
                </a:ext>
              </a:extLst>
            </p:cNvPr>
            <p:cNvGrpSpPr/>
            <p:nvPr/>
          </p:nvGrpSpPr>
          <p:grpSpPr>
            <a:xfrm>
              <a:off x="797538" y="70119"/>
              <a:ext cx="9040147" cy="425576"/>
              <a:chOff x="958348" y="786838"/>
              <a:chExt cx="4045252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A19BCD48-7965-57E6-AF4D-9E6CF3C3FD74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CE2AB3A8-617A-9FF3-2677-ABCD0B1FB8C6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6ED52007-B001-6513-F8B9-D195E9B347C4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AE81EE87-19DA-E272-FC4C-7C855F04CBE7}"/>
                  </a:ext>
                </a:extLst>
              </p:cNvPr>
              <p:cNvSpPr/>
              <p:nvPr/>
            </p:nvSpPr>
            <p:spPr>
              <a:xfrm>
                <a:off x="2623371" y="786838"/>
                <a:ext cx="2380229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 Evaluation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C609E38A-DC99-573D-6076-4A2A7E700864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BCD7284F-32CF-60F1-D30D-E0579A4E0923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7E59DC4F-C08A-DAFD-3EB7-ABDC012F12C6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30</a:t>
            </a:fld>
            <a:r>
              <a:rPr lang="en-US" noProof="0" dirty="0"/>
              <a:t> / 39</a:t>
            </a:r>
          </a:p>
        </p:txBody>
      </p:sp>
      <p:graphicFrame>
        <p:nvGraphicFramePr>
          <p:cNvPr id="14" name="Diagramm 13">
            <a:extLst>
              <a:ext uri="{FF2B5EF4-FFF2-40B4-BE49-F238E27FC236}">
                <a16:creationId xmlns:a16="http://schemas.microsoft.com/office/drawing/2014/main" id="{287E3456-C002-AB75-32D7-35548933892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3857205"/>
              </p:ext>
            </p:extLst>
          </p:nvPr>
        </p:nvGraphicFramePr>
        <p:xfrm>
          <a:off x="359999" y="1475334"/>
          <a:ext cx="8424000" cy="31284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29475385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E853EBBC-1777-6780-DA9F-770BB6CCFA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407F2E0B-E89B-3DF5-B399-AE564CFC0AEE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789"/>
            <a:ext cx="8424000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17729" lvl="0" indent="0" algn="ctr">
              <a:lnSpc>
                <a:spcPct val="114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Computational Cost, Complexity and Generalizability</a:t>
            </a:r>
            <a:endParaRPr lang="en-US" sz="1700" noProof="0" dirty="0">
              <a:latin typeface="+mn-lt"/>
            </a:endParaRPr>
          </a:p>
          <a:p>
            <a:pPr lvl="0">
              <a:lnSpc>
                <a:spcPct val="114000"/>
              </a:lnSpc>
              <a:spcBef>
                <a:spcPts val="1200"/>
              </a:spcBef>
            </a:pPr>
            <a:endParaRPr lang="en-US" sz="170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97AF4EA4-E833-D706-68F4-3B08C74D6B6A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A34A3C03-223B-EC84-1AFD-048A09B7FA5D}"/>
                </a:ext>
              </a:extLst>
            </p:cNvPr>
            <p:cNvGrpSpPr/>
            <p:nvPr/>
          </p:nvGrpSpPr>
          <p:grpSpPr>
            <a:xfrm>
              <a:off x="797538" y="70119"/>
              <a:ext cx="9040147" cy="425576"/>
              <a:chOff x="958348" y="786838"/>
              <a:chExt cx="4045252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4C5AE0F4-309C-0754-2976-A2B077949273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B8E16F45-9FBB-88F8-D6A3-6C2032896AA5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93505A38-11D0-B9EA-15BA-D2018CFE99DF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8D3735AE-90D0-266E-08C5-49EB8337F9ED}"/>
                  </a:ext>
                </a:extLst>
              </p:cNvPr>
              <p:cNvSpPr/>
              <p:nvPr/>
            </p:nvSpPr>
            <p:spPr>
              <a:xfrm>
                <a:off x="2623371" y="786838"/>
                <a:ext cx="2380229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 Evaluation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99FC9C4E-951A-BFDA-7C1B-7BB928413511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8E2B09A7-BA53-1F3A-C747-B113E3445FFD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9A5D2452-6194-AB7B-B893-730F5517FD9E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31</a:t>
            </a:fld>
            <a:r>
              <a:rPr lang="en-US" noProof="0" dirty="0"/>
              <a:t> / 39</a:t>
            </a:r>
          </a:p>
        </p:txBody>
      </p:sp>
      <p:sp>
        <p:nvSpPr>
          <p:cNvPr id="2" name="Google Shape;222;p17">
            <a:extLst>
              <a:ext uri="{FF2B5EF4-FFF2-40B4-BE49-F238E27FC236}">
                <a16:creationId xmlns:a16="http://schemas.microsoft.com/office/drawing/2014/main" id="{2EA602F3-29CD-856F-4AA8-EA37FC4E213E}"/>
              </a:ext>
            </a:extLst>
          </p:cNvPr>
          <p:cNvSpPr txBox="1">
            <a:spLocks/>
          </p:cNvSpPr>
          <p:nvPr/>
        </p:nvSpPr>
        <p:spPr>
          <a:xfrm>
            <a:off x="87475" y="4279564"/>
            <a:ext cx="1053723" cy="5613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highlight>
                  <a:srgbClr val="FFFF00"/>
                </a:highlight>
                <a:latin typeface="+mn-lt"/>
              </a:rPr>
              <a:t>Draft</a:t>
            </a: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C5C22DA6-F395-F207-140F-DCA5F4B5DC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9141" y="1300796"/>
            <a:ext cx="5705715" cy="325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524093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D8D12752-A1B1-EEB7-8577-EDE8CE5DB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4C35C87F-02FF-117B-3511-1C6AF78641AA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789"/>
            <a:ext cx="8424000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>
              <a:lnSpc>
                <a:spcPct val="114000"/>
              </a:lnSpc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1700" noProof="0" dirty="0">
                <a:latin typeface="+mn-lt"/>
              </a:rPr>
              <a:t>Best practice: Threshold-Based Detection</a:t>
            </a:r>
          </a:p>
          <a:p>
            <a:pPr lvl="0">
              <a:lnSpc>
                <a:spcPct val="114000"/>
              </a:lnSpc>
              <a:spcBef>
                <a:spcPts val="1200"/>
              </a:spcBef>
            </a:pPr>
            <a:endParaRPr lang="en-US" sz="1700" dirty="0">
              <a:latin typeface="+mn-lt"/>
            </a:endParaRPr>
          </a:p>
          <a:p>
            <a:pPr lvl="0">
              <a:lnSpc>
                <a:spcPct val="114000"/>
              </a:lnSpc>
              <a:spcBef>
                <a:spcPts val="1200"/>
              </a:spcBef>
            </a:pPr>
            <a:r>
              <a:rPr lang="en-US" sz="1700" dirty="0">
                <a:latin typeface="+mn-lt"/>
              </a:rPr>
              <a:t>Best results based of visual inspections</a:t>
            </a:r>
          </a:p>
          <a:p>
            <a:pPr lvl="0">
              <a:lnSpc>
                <a:spcPct val="114000"/>
              </a:lnSpc>
              <a:spcBef>
                <a:spcPts val="1200"/>
              </a:spcBef>
            </a:pPr>
            <a:r>
              <a:rPr lang="en-US" sz="1700" dirty="0">
                <a:latin typeface="+mn-lt"/>
              </a:rPr>
              <a:t>Fast computation with low resource allocation</a:t>
            </a:r>
          </a:p>
          <a:p>
            <a:pPr lvl="0">
              <a:lnSpc>
                <a:spcPct val="114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Few parameters to optimize</a:t>
            </a:r>
          </a:p>
          <a:p>
            <a:pPr lvl="0">
              <a:lnSpc>
                <a:spcPct val="114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High precision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4060F6B2-773F-DE07-07F4-2223BB687261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9ADA44BF-C5D8-37D1-33DC-01D2644CA109}"/>
                </a:ext>
              </a:extLst>
            </p:cNvPr>
            <p:cNvGrpSpPr/>
            <p:nvPr/>
          </p:nvGrpSpPr>
          <p:grpSpPr>
            <a:xfrm>
              <a:off x="797538" y="70119"/>
              <a:ext cx="9040147" cy="425576"/>
              <a:chOff x="958348" y="786838"/>
              <a:chExt cx="4045252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EB96BDF8-CA0E-C5F0-D0CA-CC04A2C58AAE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A6169087-9D9A-81F3-A528-AAE9F81094FC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7132C201-D0EB-55D5-D82F-B7722F3A1E93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07D8806B-A93A-8E22-A09B-4F6C22D917DA}"/>
                  </a:ext>
                </a:extLst>
              </p:cNvPr>
              <p:cNvSpPr/>
              <p:nvPr/>
            </p:nvSpPr>
            <p:spPr>
              <a:xfrm>
                <a:off x="2623371" y="786838"/>
                <a:ext cx="2380229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Evaluation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71197DF9-654F-2667-ED1F-147ABFFB5719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A05DDAEE-3E2C-159A-CAA4-52CCB9242D15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8F80790B-582B-860D-CAD8-7D3D7DF999C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32</a:t>
            </a:fld>
            <a:r>
              <a:rPr lang="en-US" noProof="0" dirty="0"/>
              <a:t>  / 39</a:t>
            </a:r>
          </a:p>
        </p:txBody>
      </p:sp>
      <p:sp>
        <p:nvSpPr>
          <p:cNvPr id="3" name="Google Shape;222;p17">
            <a:extLst>
              <a:ext uri="{FF2B5EF4-FFF2-40B4-BE49-F238E27FC236}">
                <a16:creationId xmlns:a16="http://schemas.microsoft.com/office/drawing/2014/main" id="{F541DB44-6BF3-BA3C-EC95-2F7F9AB97BDE}"/>
              </a:ext>
            </a:extLst>
          </p:cNvPr>
          <p:cNvSpPr txBox="1">
            <a:spLocks/>
          </p:cNvSpPr>
          <p:nvPr/>
        </p:nvSpPr>
        <p:spPr>
          <a:xfrm>
            <a:off x="87475" y="4279564"/>
            <a:ext cx="1053723" cy="5613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highlight>
                  <a:srgbClr val="FFFF00"/>
                </a:highlight>
                <a:latin typeface="+mn-lt"/>
              </a:rPr>
              <a:t>Draft</a:t>
            </a:r>
          </a:p>
        </p:txBody>
      </p:sp>
    </p:spTree>
    <p:extLst>
      <p:ext uri="{BB962C8B-B14F-4D97-AF65-F5344CB8AC3E}">
        <p14:creationId xmlns:p14="http://schemas.microsoft.com/office/powerpoint/2010/main" val="15320360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>
          <a:extLst>
            <a:ext uri="{FF2B5EF4-FFF2-40B4-BE49-F238E27FC236}">
              <a16:creationId xmlns:a16="http://schemas.microsoft.com/office/drawing/2014/main" id="{7C92AE72-99FF-3839-AE08-935D4E3FE5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Diagramm 5">
            <a:extLst>
              <a:ext uri="{FF2B5EF4-FFF2-40B4-BE49-F238E27FC236}">
                <a16:creationId xmlns:a16="http://schemas.microsoft.com/office/drawing/2014/main" id="{58D2502F-BB62-DBCA-392E-DA7E5F83138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94709751"/>
              </p:ext>
            </p:extLst>
          </p:nvPr>
        </p:nvGraphicFramePr>
        <p:xfrm>
          <a:off x="719998" y="825191"/>
          <a:ext cx="7704000" cy="29548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88E9EB11-B4DF-2EE2-ED1B-BE6F2A553045}"/>
              </a:ext>
            </a:extLst>
          </p:cNvPr>
          <p:cNvCxnSpPr>
            <a:cxnSpLocks/>
          </p:cNvCxnSpPr>
          <p:nvPr/>
        </p:nvCxnSpPr>
        <p:spPr>
          <a:xfrm flipH="1">
            <a:off x="0" y="535471"/>
            <a:ext cx="9144000" cy="0"/>
          </a:xfrm>
          <a:prstGeom prst="line">
            <a:avLst/>
          </a:prstGeom>
          <a:ln w="19050">
            <a:solidFill>
              <a:srgbClr val="0068B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062ABECB-6269-7B64-A5C9-0CDEA15C050C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AA337FAD-55EC-A2D6-D456-B66403DDBDC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33</a:t>
            </a:fld>
            <a:r>
              <a:rPr lang="en-US" noProof="0" dirty="0"/>
              <a:t> / 39</a:t>
            </a:r>
          </a:p>
        </p:txBody>
      </p:sp>
    </p:spTree>
    <p:extLst>
      <p:ext uri="{BB962C8B-B14F-4D97-AF65-F5344CB8AC3E}">
        <p14:creationId xmlns:p14="http://schemas.microsoft.com/office/powerpoint/2010/main" val="330242817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9">
          <a:extLst>
            <a:ext uri="{FF2B5EF4-FFF2-40B4-BE49-F238E27FC236}">
              <a16:creationId xmlns:a16="http://schemas.microsoft.com/office/drawing/2014/main" id="{84CF061D-0C69-A818-65E0-0CD6C6AAFE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29">
            <a:extLst>
              <a:ext uri="{FF2B5EF4-FFF2-40B4-BE49-F238E27FC236}">
                <a16:creationId xmlns:a16="http://schemas.microsoft.com/office/drawing/2014/main" id="{03BC4A43-B96C-5C53-ADF4-508D3CBE1EE6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799"/>
            <a:ext cx="8423999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20650" lvl="0" indent="0">
              <a:lnSpc>
                <a:spcPct val="115000"/>
              </a:lnSpc>
              <a:spcBef>
                <a:spcPts val="1200"/>
              </a:spcBef>
              <a:buSzPts val="1700"/>
              <a:buNone/>
            </a:pPr>
            <a:r>
              <a:rPr lang="en-US" sz="1700" noProof="0" dirty="0">
                <a:latin typeface="+mn-lt"/>
              </a:rPr>
              <a:t>Recommended workflow</a:t>
            </a: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</a:pP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525E0BCF-603C-7AE0-6622-9704706656D7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AEA5DB48-19CC-2AD8-8ED3-CCA880FBA2D3}"/>
                </a:ext>
              </a:extLst>
            </p:cNvPr>
            <p:cNvGrpSpPr/>
            <p:nvPr/>
          </p:nvGrpSpPr>
          <p:grpSpPr>
            <a:xfrm>
              <a:off x="797538" y="70119"/>
              <a:ext cx="4961225" cy="425576"/>
              <a:chOff x="958348" y="786838"/>
              <a:chExt cx="222003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1FBD5035-DAD6-241D-2FE4-75B598564F40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96377F49-D525-7D97-6A9D-FC9C009CD7EC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B2BD9AE4-DE4C-3A53-BEFB-647210E568D5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A0D58199-46E7-BC31-F818-46D69DE34AFA}"/>
                  </a:ext>
                </a:extLst>
              </p:cNvPr>
              <p:cNvSpPr/>
              <p:nvPr/>
            </p:nvSpPr>
            <p:spPr>
              <a:xfrm>
                <a:off x="2623371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764AE62B-E503-AFB9-4BBC-9022739112E5}"/>
                </a:ext>
              </a:extLst>
            </p:cNvPr>
            <p:cNvSpPr/>
            <p:nvPr/>
          </p:nvSpPr>
          <p:spPr>
            <a:xfrm>
              <a:off x="5758760" y="70119"/>
              <a:ext cx="5319331" cy="424585"/>
            </a:xfrm>
            <a:prstGeom prst="chevron">
              <a:avLst/>
            </a:prstGeom>
            <a:solidFill>
              <a:srgbClr val="0068B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 Conclusion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26BA3C3C-223D-FD3C-CECE-6AFD7EC3DF9D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74A74EB-5208-4B5F-A0FB-2C3930E517C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34</a:t>
            </a:fld>
            <a:r>
              <a:rPr lang="en-US" noProof="0" dirty="0"/>
              <a:t> / 39</a:t>
            </a:r>
          </a:p>
        </p:txBody>
      </p: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3A70435C-D139-0AA4-08A1-678ADD0B27A5}"/>
              </a:ext>
            </a:extLst>
          </p:cNvPr>
          <p:cNvSpPr/>
          <p:nvPr/>
        </p:nvSpPr>
        <p:spPr>
          <a:xfrm>
            <a:off x="376423" y="1803584"/>
            <a:ext cx="1531620" cy="101565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1. Start with a simple method</a:t>
            </a:r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E0EB8A4D-9436-3F21-9BBD-22B5C2A4B856}"/>
              </a:ext>
            </a:extLst>
          </p:cNvPr>
          <p:cNvSpPr/>
          <p:nvPr/>
        </p:nvSpPr>
        <p:spPr>
          <a:xfrm>
            <a:off x="2450437" y="1803584"/>
            <a:ext cx="1531620" cy="101565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2. Select and develop suitable input features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17371F64-C9A5-2B15-978A-7F29E60F3D24}"/>
              </a:ext>
            </a:extLst>
          </p:cNvPr>
          <p:cNvSpPr/>
          <p:nvPr/>
        </p:nvSpPr>
        <p:spPr>
          <a:xfrm>
            <a:off x="4524451" y="1803584"/>
            <a:ext cx="1531620" cy="101565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3. Optimize the parameters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F19AD574-9CEB-0F95-C144-5788B37DC1B2}"/>
              </a:ext>
            </a:extLst>
          </p:cNvPr>
          <p:cNvSpPr/>
          <p:nvPr/>
        </p:nvSpPr>
        <p:spPr>
          <a:xfrm>
            <a:off x="7252378" y="1803584"/>
            <a:ext cx="1531620" cy="101565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4. Try a more complex approach</a:t>
            </a:r>
            <a:endParaRPr lang="en-US" noProof="0" dirty="0">
              <a:solidFill>
                <a:schemeClr val="tx1"/>
              </a:solidFill>
            </a:endParaRP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CEB8A14F-BB68-5D51-CC3E-237D8B2DD0BE}"/>
              </a:ext>
            </a:extLst>
          </p:cNvPr>
          <p:cNvCxnSpPr>
            <a:stCxn id="3" idx="3"/>
            <a:endCxn id="13" idx="1"/>
          </p:cNvCxnSpPr>
          <p:nvPr/>
        </p:nvCxnSpPr>
        <p:spPr>
          <a:xfrm>
            <a:off x="1908043" y="2311413"/>
            <a:ext cx="542394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2C6E52A8-5EBC-23E7-6DC6-C43C0EC7CF3C}"/>
              </a:ext>
            </a:extLst>
          </p:cNvPr>
          <p:cNvCxnSpPr>
            <a:cxnSpLocks/>
            <a:stCxn id="13" idx="3"/>
            <a:endCxn id="14" idx="1"/>
          </p:cNvCxnSpPr>
          <p:nvPr/>
        </p:nvCxnSpPr>
        <p:spPr>
          <a:xfrm>
            <a:off x="3982057" y="2311413"/>
            <a:ext cx="542394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B9E65F3E-EF5D-AE23-FA81-C0F9223EC56C}"/>
              </a:ext>
            </a:extLst>
          </p:cNvPr>
          <p:cNvCxnSpPr>
            <a:cxnSpLocks/>
            <a:stCxn id="14" idx="3"/>
            <a:endCxn id="15" idx="1"/>
          </p:cNvCxnSpPr>
          <p:nvPr/>
        </p:nvCxnSpPr>
        <p:spPr>
          <a:xfrm>
            <a:off x="6056071" y="2311413"/>
            <a:ext cx="119630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hteck 27">
            <a:extLst>
              <a:ext uri="{FF2B5EF4-FFF2-40B4-BE49-F238E27FC236}">
                <a16:creationId xmlns:a16="http://schemas.microsoft.com/office/drawing/2014/main" id="{9BFABFD2-DE34-2B8D-C206-B114421CD49A}"/>
              </a:ext>
            </a:extLst>
          </p:cNvPr>
          <p:cNvSpPr/>
          <p:nvPr/>
        </p:nvSpPr>
        <p:spPr>
          <a:xfrm>
            <a:off x="4730191" y="3672663"/>
            <a:ext cx="1120140" cy="32446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Done</a:t>
            </a:r>
            <a:endParaRPr lang="de-DE" dirty="0">
              <a:solidFill>
                <a:schemeClr val="tx1"/>
              </a:solidFill>
            </a:endParaRPr>
          </a:p>
        </p:txBody>
      </p: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1E1B22E1-AF76-9754-F35F-0D1EF4BB5EEA}"/>
              </a:ext>
            </a:extLst>
          </p:cNvPr>
          <p:cNvCxnSpPr>
            <a:cxnSpLocks/>
            <a:stCxn id="14" idx="2"/>
            <a:endCxn id="28" idx="0"/>
          </p:cNvCxnSpPr>
          <p:nvPr/>
        </p:nvCxnSpPr>
        <p:spPr>
          <a:xfrm>
            <a:off x="5290261" y="2819241"/>
            <a:ext cx="0" cy="85342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feld 31">
            <a:extLst>
              <a:ext uri="{FF2B5EF4-FFF2-40B4-BE49-F238E27FC236}">
                <a16:creationId xmlns:a16="http://schemas.microsoft.com/office/drawing/2014/main" id="{36C68D9E-5978-C63C-971C-53AA0CF116F1}"/>
              </a:ext>
            </a:extLst>
          </p:cNvPr>
          <p:cNvSpPr txBox="1"/>
          <p:nvPr/>
        </p:nvSpPr>
        <p:spPr>
          <a:xfrm>
            <a:off x="4429201" y="3079048"/>
            <a:ext cx="8610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Success</a:t>
            </a:r>
            <a:endParaRPr lang="de-DE" dirty="0"/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EB1CE632-30D2-E6E9-7DCC-94B66BD435A4}"/>
              </a:ext>
            </a:extLst>
          </p:cNvPr>
          <p:cNvSpPr txBox="1"/>
          <p:nvPr/>
        </p:nvSpPr>
        <p:spPr>
          <a:xfrm>
            <a:off x="6291074" y="2311412"/>
            <a:ext cx="8610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Failure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955244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29"/>
          <p:cNvSpPr txBox="1">
            <a:spLocks noGrp="1"/>
          </p:cNvSpPr>
          <p:nvPr>
            <p:ph type="body" idx="4294967295"/>
          </p:nvPr>
        </p:nvSpPr>
        <p:spPr>
          <a:xfrm>
            <a:off x="359999" y="752799"/>
            <a:ext cx="8423999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20650" lvl="0" indent="0">
              <a:lnSpc>
                <a:spcPct val="115000"/>
              </a:lnSpc>
              <a:spcBef>
                <a:spcPts val="1200"/>
              </a:spcBef>
              <a:buSzPts val="1700"/>
              <a:buNone/>
            </a:pPr>
            <a:r>
              <a:rPr lang="en-US" sz="1700" noProof="0" dirty="0">
                <a:latin typeface="+mn-lt"/>
              </a:rPr>
              <a:t>Findings</a:t>
            </a: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</a:pPr>
            <a:r>
              <a:rPr lang="en-US" sz="1700" noProof="0" dirty="0">
                <a:latin typeface="+mn-lt"/>
              </a:rPr>
              <a:t>Anomalies are likely caused by sudden changes in the commanded speed</a:t>
            </a: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</a:pPr>
            <a:r>
              <a:rPr lang="en-US" sz="1700" noProof="0" dirty="0">
                <a:latin typeface="+mn-lt"/>
              </a:rPr>
              <a:t>Sharp edges seem to cause the peaks in the current</a:t>
            </a: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</a:pPr>
            <a:endParaRPr lang="en-US" sz="1700" noProof="0" dirty="0">
              <a:latin typeface="+mn-lt"/>
            </a:endParaRP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  <a:buFont typeface="Wingdings" panose="05000000000000000000" pitchFamily="2" charset="2"/>
              <a:buChar char="Ø"/>
            </a:pPr>
            <a:r>
              <a:rPr lang="en-US" sz="1700" noProof="0" dirty="0">
                <a:latin typeface="+mn-lt"/>
              </a:rPr>
              <a:t>There seems to be an issue within the planning unit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E33F46FF-78F3-EDF4-2A91-599E91D71ABC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EF64FD26-7069-C8C7-860C-861F448B8784}"/>
                </a:ext>
              </a:extLst>
            </p:cNvPr>
            <p:cNvGrpSpPr/>
            <p:nvPr/>
          </p:nvGrpSpPr>
          <p:grpSpPr>
            <a:xfrm>
              <a:off x="797538" y="70119"/>
              <a:ext cx="4961225" cy="425576"/>
              <a:chOff x="958348" y="786838"/>
              <a:chExt cx="222003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D3534C5C-D681-184C-82D8-97F482230ED3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82C16C11-85A4-2224-D7B3-40F8830FC203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D7F2F355-8C3C-F887-D811-194322EF1248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B82DEC45-AE97-033B-D8B4-CF91AB3992AE}"/>
                  </a:ext>
                </a:extLst>
              </p:cNvPr>
              <p:cNvSpPr/>
              <p:nvPr/>
            </p:nvSpPr>
            <p:spPr>
              <a:xfrm>
                <a:off x="2623371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B5EAFD34-C48B-EB12-EA5E-A9BE53FA4F22}"/>
                </a:ext>
              </a:extLst>
            </p:cNvPr>
            <p:cNvSpPr/>
            <p:nvPr/>
          </p:nvSpPr>
          <p:spPr>
            <a:xfrm>
              <a:off x="5758760" y="70119"/>
              <a:ext cx="5319331" cy="424585"/>
            </a:xfrm>
            <a:prstGeom prst="chevron">
              <a:avLst/>
            </a:prstGeom>
            <a:solidFill>
              <a:srgbClr val="0068B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 Conclusion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5F3D3E75-2742-E634-6ECC-4F19D5EB2A16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6E3F6DBB-32B2-E868-F2E2-BED822E5142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35</a:t>
            </a:fld>
            <a:r>
              <a:rPr lang="en-US" noProof="0" dirty="0"/>
              <a:t> / 39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9">
          <a:extLst>
            <a:ext uri="{FF2B5EF4-FFF2-40B4-BE49-F238E27FC236}">
              <a16:creationId xmlns:a16="http://schemas.microsoft.com/office/drawing/2014/main" id="{FD14BD5E-B74A-4D9C-D5BF-50F4D84EB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29">
            <a:extLst>
              <a:ext uri="{FF2B5EF4-FFF2-40B4-BE49-F238E27FC236}">
                <a16:creationId xmlns:a16="http://schemas.microsoft.com/office/drawing/2014/main" id="{6E87CCD9-98D3-A392-4674-F201C737F303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60000" y="752799"/>
            <a:ext cx="8423998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20650" lvl="0" indent="0">
              <a:lnSpc>
                <a:spcPct val="115000"/>
              </a:lnSpc>
              <a:spcBef>
                <a:spcPts val="1200"/>
              </a:spcBef>
              <a:buSzPts val="1700"/>
              <a:buNone/>
            </a:pPr>
            <a:r>
              <a:rPr lang="en-US" sz="1700" noProof="0" dirty="0">
                <a:latin typeface="+mn-lt"/>
              </a:rPr>
              <a:t>3 different types of anomalies</a:t>
            </a:r>
          </a:p>
          <a:p>
            <a:pPr marL="463550" lvl="0" indent="-342900">
              <a:lnSpc>
                <a:spcPct val="115000"/>
              </a:lnSpc>
              <a:spcBef>
                <a:spcPts val="1200"/>
              </a:spcBef>
              <a:buSzPts val="1700"/>
              <a:buFont typeface="+mj-lt"/>
              <a:buAutoNum type="arabicPeriod"/>
            </a:pPr>
            <a:r>
              <a:rPr lang="en-US" sz="1700" noProof="0" dirty="0">
                <a:latin typeface="+mn-lt"/>
              </a:rPr>
              <a:t>Large outlier</a:t>
            </a:r>
          </a:p>
          <a:p>
            <a:pPr marL="463550" lvl="0" indent="-342900">
              <a:lnSpc>
                <a:spcPct val="115000"/>
              </a:lnSpc>
              <a:spcBef>
                <a:spcPts val="1200"/>
              </a:spcBef>
              <a:buSzPts val="1700"/>
              <a:buFont typeface="+mj-lt"/>
              <a:buAutoNum type="arabicPeriod"/>
            </a:pPr>
            <a:r>
              <a:rPr lang="en-US" sz="1700" noProof="0" dirty="0">
                <a:latin typeface="+mn-lt"/>
              </a:rPr>
              <a:t>Signal flickers to zero</a:t>
            </a:r>
          </a:p>
          <a:p>
            <a:pPr marL="463550" lvl="0" indent="-342900">
              <a:lnSpc>
                <a:spcPct val="115000"/>
              </a:lnSpc>
              <a:spcBef>
                <a:spcPts val="1200"/>
              </a:spcBef>
              <a:buSzPts val="1700"/>
              <a:buFont typeface="+mj-lt"/>
              <a:buAutoNum type="arabicPeriod"/>
            </a:pPr>
            <a:r>
              <a:rPr lang="en-US" sz="1700" noProof="0" dirty="0">
                <a:latin typeface="+mn-lt"/>
              </a:rPr>
              <a:t>Jumping between quantized levels</a:t>
            </a:r>
          </a:p>
        </p:txBody>
      </p:sp>
      <p:pic>
        <p:nvPicPr>
          <p:cNvPr id="3" name="Grafik 2" descr="Ein Bild, das Text, Reihe, Diagramm, Screenshot enthält.&#10;&#10;KI-generierte Inhalte können fehlerhaft sein.">
            <a:extLst>
              <a:ext uri="{FF2B5EF4-FFF2-40B4-BE49-F238E27FC236}">
                <a16:creationId xmlns:a16="http://schemas.microsoft.com/office/drawing/2014/main" id="{828240F6-921D-D520-67F7-0E609DAF1A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7197" y="1179117"/>
            <a:ext cx="4256801" cy="1714748"/>
          </a:xfrm>
          <a:prstGeom prst="rect">
            <a:avLst/>
          </a:prstGeom>
        </p:spPr>
      </p:pic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856055CC-F448-B01B-B2BD-A90FDCAF14D1}"/>
              </a:ext>
            </a:extLst>
          </p:cNvPr>
          <p:cNvGrpSpPr/>
          <p:nvPr/>
        </p:nvGrpSpPr>
        <p:grpSpPr>
          <a:xfrm>
            <a:off x="4978400" y="3074644"/>
            <a:ext cx="386576" cy="353943"/>
            <a:chOff x="5084956" y="3786878"/>
            <a:chExt cx="386576" cy="353943"/>
          </a:xfrm>
        </p:grpSpPr>
        <p:sp>
          <p:nvSpPr>
            <p:cNvPr id="5" name="Ellipse 4">
              <a:extLst>
                <a:ext uri="{FF2B5EF4-FFF2-40B4-BE49-F238E27FC236}">
                  <a16:creationId xmlns:a16="http://schemas.microsoft.com/office/drawing/2014/main" id="{9A0DF536-28E6-886D-AAFD-CD296473A6BA}"/>
                </a:ext>
              </a:extLst>
            </p:cNvPr>
            <p:cNvSpPr/>
            <p:nvPr/>
          </p:nvSpPr>
          <p:spPr>
            <a:xfrm>
              <a:off x="5084956" y="3798849"/>
              <a:ext cx="341972" cy="34197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00" noProof="0" dirty="0">
                <a:solidFill>
                  <a:schemeClr val="tx1"/>
                </a:solidFill>
              </a:endParaRPr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30E5CA5E-D098-2C69-5B78-F0D5026BDE2E}"/>
                </a:ext>
              </a:extLst>
            </p:cNvPr>
            <p:cNvSpPr txBox="1"/>
            <p:nvPr/>
          </p:nvSpPr>
          <p:spPr>
            <a:xfrm>
              <a:off x="5084956" y="3786878"/>
              <a:ext cx="386576" cy="3539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700" noProof="0" dirty="0">
                  <a:solidFill>
                    <a:srgbClr val="0068B4"/>
                  </a:solidFill>
                  <a:latin typeface="+mn-lt"/>
                </a:rPr>
                <a:t>1.</a:t>
              </a:r>
            </a:p>
          </p:txBody>
        </p:sp>
      </p:grp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5581AA17-EC26-AD71-DC42-0D769F8E0BBF}"/>
              </a:ext>
            </a:extLst>
          </p:cNvPr>
          <p:cNvGrpSpPr/>
          <p:nvPr/>
        </p:nvGrpSpPr>
        <p:grpSpPr>
          <a:xfrm>
            <a:off x="5991552" y="3074645"/>
            <a:ext cx="386576" cy="353943"/>
            <a:chOff x="5084956" y="3786878"/>
            <a:chExt cx="386576" cy="353943"/>
          </a:xfrm>
        </p:grpSpPr>
        <p:sp>
          <p:nvSpPr>
            <p:cNvPr id="9" name="Ellipse 8">
              <a:extLst>
                <a:ext uri="{FF2B5EF4-FFF2-40B4-BE49-F238E27FC236}">
                  <a16:creationId xmlns:a16="http://schemas.microsoft.com/office/drawing/2014/main" id="{14C4FAEC-7AE4-3CEB-8964-576E494013BC}"/>
                </a:ext>
              </a:extLst>
            </p:cNvPr>
            <p:cNvSpPr/>
            <p:nvPr/>
          </p:nvSpPr>
          <p:spPr>
            <a:xfrm>
              <a:off x="5084956" y="3798849"/>
              <a:ext cx="341972" cy="34197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00" noProof="0" dirty="0">
                <a:solidFill>
                  <a:schemeClr val="tx1"/>
                </a:solidFill>
              </a:endParaRP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65E54C56-1182-F095-6610-2056FAD51730}"/>
                </a:ext>
              </a:extLst>
            </p:cNvPr>
            <p:cNvSpPr txBox="1"/>
            <p:nvPr/>
          </p:nvSpPr>
          <p:spPr>
            <a:xfrm>
              <a:off x="5084956" y="3786878"/>
              <a:ext cx="386576" cy="3539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700" noProof="0" dirty="0">
                  <a:solidFill>
                    <a:srgbClr val="0068B4"/>
                  </a:solidFill>
                  <a:latin typeface="+mn-lt"/>
                </a:rPr>
                <a:t>2.</a:t>
              </a:r>
            </a:p>
          </p:txBody>
        </p:sp>
      </p:grp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DDCC3397-FE63-6116-AB9D-92EEDE460642}"/>
              </a:ext>
            </a:extLst>
          </p:cNvPr>
          <p:cNvGrpSpPr/>
          <p:nvPr/>
        </p:nvGrpSpPr>
        <p:grpSpPr>
          <a:xfrm>
            <a:off x="7149883" y="3084241"/>
            <a:ext cx="386576" cy="353943"/>
            <a:chOff x="5084956" y="3786878"/>
            <a:chExt cx="386576" cy="353943"/>
          </a:xfrm>
        </p:grpSpPr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9086B929-E218-9EBA-EBFB-E988CE8F97B0}"/>
                </a:ext>
              </a:extLst>
            </p:cNvPr>
            <p:cNvSpPr/>
            <p:nvPr/>
          </p:nvSpPr>
          <p:spPr>
            <a:xfrm>
              <a:off x="5084956" y="3798849"/>
              <a:ext cx="341972" cy="34197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00" noProof="0" dirty="0">
                <a:solidFill>
                  <a:schemeClr val="tx1"/>
                </a:solidFill>
              </a:endParaRPr>
            </a:p>
          </p:txBody>
        </p: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15A2D2A8-800A-B925-F0EC-9CAFFD77AC6A}"/>
                </a:ext>
              </a:extLst>
            </p:cNvPr>
            <p:cNvSpPr txBox="1"/>
            <p:nvPr/>
          </p:nvSpPr>
          <p:spPr>
            <a:xfrm>
              <a:off x="5084956" y="3786878"/>
              <a:ext cx="386576" cy="3539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700" noProof="0" dirty="0">
                  <a:solidFill>
                    <a:srgbClr val="0068B4"/>
                  </a:solidFill>
                  <a:latin typeface="+mn-lt"/>
                </a:rPr>
                <a:t>3.</a:t>
              </a:r>
            </a:p>
          </p:txBody>
        </p:sp>
      </p:grp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AF29F345-B7B8-D131-6459-8D5D67D7A1F5}"/>
              </a:ext>
            </a:extLst>
          </p:cNvPr>
          <p:cNvCxnSpPr>
            <a:cxnSpLocks/>
          </p:cNvCxnSpPr>
          <p:nvPr/>
        </p:nvCxnSpPr>
        <p:spPr>
          <a:xfrm>
            <a:off x="4978400" y="2223741"/>
            <a:ext cx="134144" cy="862881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635CF70D-8E6A-3C26-4DB6-435A1D6C82B2}"/>
              </a:ext>
            </a:extLst>
          </p:cNvPr>
          <p:cNvCxnSpPr>
            <a:cxnSpLocks/>
          </p:cNvCxnSpPr>
          <p:nvPr/>
        </p:nvCxnSpPr>
        <p:spPr>
          <a:xfrm>
            <a:off x="5739120" y="1397619"/>
            <a:ext cx="356880" cy="1689797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44BF44E1-246E-3E28-9B80-4168E8F04DCD}"/>
              </a:ext>
            </a:extLst>
          </p:cNvPr>
          <p:cNvCxnSpPr>
            <a:cxnSpLocks/>
          </p:cNvCxnSpPr>
          <p:nvPr/>
        </p:nvCxnSpPr>
        <p:spPr>
          <a:xfrm flipH="1">
            <a:off x="6186488" y="1436416"/>
            <a:ext cx="69479" cy="1650206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DFB553EB-1D2B-54A5-CDD5-12FB649760B7}"/>
              </a:ext>
            </a:extLst>
          </p:cNvPr>
          <p:cNvCxnSpPr>
            <a:cxnSpLocks/>
          </p:cNvCxnSpPr>
          <p:nvPr/>
        </p:nvCxnSpPr>
        <p:spPr>
          <a:xfrm flipH="1">
            <a:off x="6262688" y="1397619"/>
            <a:ext cx="504492" cy="1715197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Gerader Verbinder 41">
            <a:extLst>
              <a:ext uri="{FF2B5EF4-FFF2-40B4-BE49-F238E27FC236}">
                <a16:creationId xmlns:a16="http://schemas.microsoft.com/office/drawing/2014/main" id="{68FB2751-5B51-9584-542C-24881519017F}"/>
              </a:ext>
            </a:extLst>
          </p:cNvPr>
          <p:cNvCxnSpPr>
            <a:cxnSpLocks/>
          </p:cNvCxnSpPr>
          <p:nvPr/>
        </p:nvCxnSpPr>
        <p:spPr>
          <a:xfrm flipH="1">
            <a:off x="7367588" y="1493566"/>
            <a:ext cx="352425" cy="1609725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B36EAE1B-462D-43F9-897B-100062B7D1DB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16" name="Gruppieren 15">
              <a:extLst>
                <a:ext uri="{FF2B5EF4-FFF2-40B4-BE49-F238E27FC236}">
                  <a16:creationId xmlns:a16="http://schemas.microsoft.com/office/drawing/2014/main" id="{6E5650B7-D268-289A-489D-BD4526CB8BBD}"/>
                </a:ext>
              </a:extLst>
            </p:cNvPr>
            <p:cNvGrpSpPr/>
            <p:nvPr/>
          </p:nvGrpSpPr>
          <p:grpSpPr>
            <a:xfrm>
              <a:off x="797538" y="70119"/>
              <a:ext cx="4961225" cy="425576"/>
              <a:chOff x="958348" y="786838"/>
              <a:chExt cx="2220031" cy="346364"/>
            </a:xfrm>
          </p:grpSpPr>
          <p:sp>
            <p:nvSpPr>
              <p:cNvPr id="18" name="Richtungspfeil 33">
                <a:extLst>
                  <a:ext uri="{FF2B5EF4-FFF2-40B4-BE49-F238E27FC236}">
                    <a16:creationId xmlns:a16="http://schemas.microsoft.com/office/drawing/2014/main" id="{BC73EF5D-C6FD-D5CA-D00D-61D4A980F309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19" name="Eingekerbter Richtungspfeil 1">
                <a:extLst>
                  <a:ext uri="{FF2B5EF4-FFF2-40B4-BE49-F238E27FC236}">
                    <a16:creationId xmlns:a16="http://schemas.microsoft.com/office/drawing/2014/main" id="{1028804E-34BB-ED87-1E99-9A81E1B840CD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20" name="Eingekerbter Richtungspfeil 10">
                <a:extLst>
                  <a:ext uri="{FF2B5EF4-FFF2-40B4-BE49-F238E27FC236}">
                    <a16:creationId xmlns:a16="http://schemas.microsoft.com/office/drawing/2014/main" id="{A716177E-B9B6-0CE2-022D-155F363A19B8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21" name="Eingekerbter Richtungspfeil 11">
                <a:extLst>
                  <a:ext uri="{FF2B5EF4-FFF2-40B4-BE49-F238E27FC236}">
                    <a16:creationId xmlns:a16="http://schemas.microsoft.com/office/drawing/2014/main" id="{3E952C75-F171-AB31-A374-9EBB47456F54}"/>
                  </a:ext>
                </a:extLst>
              </p:cNvPr>
              <p:cNvSpPr/>
              <p:nvPr/>
            </p:nvSpPr>
            <p:spPr>
              <a:xfrm>
                <a:off x="2623371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17" name="Eingekerbter Richtungspfeil 11">
              <a:extLst>
                <a:ext uri="{FF2B5EF4-FFF2-40B4-BE49-F238E27FC236}">
                  <a16:creationId xmlns:a16="http://schemas.microsoft.com/office/drawing/2014/main" id="{F600F88C-68A1-2027-BAEC-F1895CB7CBB7}"/>
                </a:ext>
              </a:extLst>
            </p:cNvPr>
            <p:cNvSpPr/>
            <p:nvPr/>
          </p:nvSpPr>
          <p:spPr>
            <a:xfrm>
              <a:off x="5758760" y="70119"/>
              <a:ext cx="5319331" cy="424585"/>
            </a:xfrm>
            <a:prstGeom prst="chevron">
              <a:avLst/>
            </a:prstGeom>
            <a:solidFill>
              <a:srgbClr val="0068B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 Conclusion</a:t>
              </a:r>
            </a:p>
          </p:txBody>
        </p:sp>
      </p:grpSp>
      <p:sp>
        <p:nvSpPr>
          <p:cNvPr id="22" name="Google Shape;206;p15">
            <a:extLst>
              <a:ext uri="{FF2B5EF4-FFF2-40B4-BE49-F238E27FC236}">
                <a16:creationId xmlns:a16="http://schemas.microsoft.com/office/drawing/2014/main" id="{DF040971-EB00-9A4B-9C2D-9767F1022A1E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23" name="Foliennummernplatzhalter 22">
            <a:extLst>
              <a:ext uri="{FF2B5EF4-FFF2-40B4-BE49-F238E27FC236}">
                <a16:creationId xmlns:a16="http://schemas.microsoft.com/office/drawing/2014/main" id="{FFA71336-1D3D-0F09-C505-32B94ED5201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36</a:t>
            </a:fld>
            <a:r>
              <a:rPr lang="en-US" noProof="0" dirty="0"/>
              <a:t> / 39</a:t>
            </a:r>
          </a:p>
        </p:txBody>
      </p:sp>
    </p:spTree>
    <p:extLst>
      <p:ext uri="{BB962C8B-B14F-4D97-AF65-F5344CB8AC3E}">
        <p14:creationId xmlns:p14="http://schemas.microsoft.com/office/powerpoint/2010/main" val="161034804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9">
          <a:extLst>
            <a:ext uri="{FF2B5EF4-FFF2-40B4-BE49-F238E27FC236}">
              <a16:creationId xmlns:a16="http://schemas.microsoft.com/office/drawing/2014/main" id="{A51C19A9-2201-A6D7-65BC-AA94D4BB6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29">
            <a:extLst>
              <a:ext uri="{FF2B5EF4-FFF2-40B4-BE49-F238E27FC236}">
                <a16:creationId xmlns:a16="http://schemas.microsoft.com/office/drawing/2014/main" id="{948BFD99-BD37-5382-C8B4-1976B3EAC760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799"/>
            <a:ext cx="8423999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20650" lvl="0" indent="0">
              <a:lnSpc>
                <a:spcPct val="115000"/>
              </a:lnSpc>
              <a:spcBef>
                <a:spcPts val="1200"/>
              </a:spcBef>
              <a:buSzPts val="1700"/>
              <a:buNone/>
            </a:pPr>
            <a:r>
              <a:rPr lang="en-US" sz="1700" noProof="0" dirty="0">
                <a:latin typeface="+mn-lt"/>
              </a:rPr>
              <a:t>Ideas for improvement</a:t>
            </a: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</a:pPr>
            <a:r>
              <a:rPr lang="en-US" sz="1700" noProof="0" dirty="0">
                <a:latin typeface="+mn-lt"/>
              </a:rPr>
              <a:t>Consider the width of each peak and its proximity to </a:t>
            </a:r>
            <a:br>
              <a:rPr lang="en-US" sz="1700" noProof="0" dirty="0">
                <a:latin typeface="+mn-lt"/>
              </a:rPr>
            </a:br>
            <a:r>
              <a:rPr lang="en-US" sz="1700" noProof="0" dirty="0">
                <a:latin typeface="+mn-lt"/>
              </a:rPr>
              <a:t>neighboring peaks</a:t>
            </a:r>
          </a:p>
          <a:p>
            <a:pPr indent="-336550">
              <a:lnSpc>
                <a:spcPct val="115000"/>
              </a:lnSpc>
              <a:spcBef>
                <a:spcPts val="1200"/>
              </a:spcBef>
              <a:buSzPts val="1700"/>
            </a:pPr>
            <a:endParaRPr lang="en-US" sz="1700" dirty="0">
              <a:latin typeface="+mn-lt"/>
            </a:endParaRPr>
          </a:p>
          <a:p>
            <a:pPr indent="-336550">
              <a:lnSpc>
                <a:spcPct val="115000"/>
              </a:lnSpc>
              <a:spcBef>
                <a:spcPts val="1200"/>
              </a:spcBef>
              <a:buSzPts val="1700"/>
            </a:pPr>
            <a:r>
              <a:rPr lang="en-US" sz="1700" dirty="0">
                <a:latin typeface="+mn-lt"/>
              </a:rPr>
              <a:t>Rescale the signals by a material-specific factor</a:t>
            </a: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</a:pPr>
            <a:endParaRPr lang="en-US" sz="1700" dirty="0">
              <a:latin typeface="+mn-lt"/>
            </a:endParaRP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</a:pPr>
            <a:r>
              <a:rPr lang="en-US" sz="1700" dirty="0">
                <a:latin typeface="+mn-lt"/>
              </a:rPr>
              <a:t>C</a:t>
            </a:r>
            <a:r>
              <a:rPr lang="en-US" sz="1700" noProof="0" dirty="0">
                <a:latin typeface="+mn-lt"/>
              </a:rPr>
              <a:t>luster formation: peaks that are close to each other </a:t>
            </a:r>
            <a:br>
              <a:rPr lang="en-US" sz="1700" noProof="0" dirty="0">
                <a:latin typeface="+mn-lt"/>
              </a:rPr>
            </a:br>
            <a:r>
              <a:rPr lang="en-US" sz="1700" noProof="0" dirty="0">
                <a:latin typeface="+mn-lt"/>
              </a:rPr>
              <a:t>are combined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519423D0-17CC-B61E-5165-831D7D99E17E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6AADE861-C048-40F9-9150-1FE3ED607FFB}"/>
                </a:ext>
              </a:extLst>
            </p:cNvPr>
            <p:cNvGrpSpPr/>
            <p:nvPr/>
          </p:nvGrpSpPr>
          <p:grpSpPr>
            <a:xfrm>
              <a:off x="797538" y="70119"/>
              <a:ext cx="4961225" cy="425576"/>
              <a:chOff x="958348" y="786838"/>
              <a:chExt cx="222003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1E98BEBF-ECD0-7B48-F95A-6F5A6853FE01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FF6FBB7D-B844-BE2A-2D76-A2A839B75E12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07F502AE-0184-579E-6B8D-D7B4D1E6F6A2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E936871B-E189-4FBF-EE6D-83EF7158AAB1}"/>
                  </a:ext>
                </a:extLst>
              </p:cNvPr>
              <p:cNvSpPr/>
              <p:nvPr/>
            </p:nvSpPr>
            <p:spPr>
              <a:xfrm>
                <a:off x="2623371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7141BF44-A500-8315-087F-313184E25E77}"/>
                </a:ext>
              </a:extLst>
            </p:cNvPr>
            <p:cNvSpPr/>
            <p:nvPr/>
          </p:nvSpPr>
          <p:spPr>
            <a:xfrm>
              <a:off x="5758760" y="70119"/>
              <a:ext cx="5319331" cy="424585"/>
            </a:xfrm>
            <a:prstGeom prst="chevron">
              <a:avLst/>
            </a:prstGeom>
            <a:solidFill>
              <a:srgbClr val="0068B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 Conclusion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5CD166FA-DEA3-ABAE-D707-1CA537A8740D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B21ABD78-CE0B-DEA7-259C-8DAEBA678DA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37</a:t>
            </a:fld>
            <a:r>
              <a:rPr lang="en-US" noProof="0" dirty="0"/>
              <a:t> / 39</a:t>
            </a:r>
          </a:p>
        </p:txBody>
      </p: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A6DF7811-37E1-4E49-5F8F-74AC981F92C6}"/>
              </a:ext>
            </a:extLst>
          </p:cNvPr>
          <p:cNvGrpSpPr/>
          <p:nvPr/>
        </p:nvGrpSpPr>
        <p:grpSpPr>
          <a:xfrm>
            <a:off x="7569197" y="3012474"/>
            <a:ext cx="708662" cy="1378225"/>
            <a:chOff x="4114798" y="2834640"/>
            <a:chExt cx="800102" cy="1556060"/>
          </a:xfrm>
        </p:grpSpPr>
        <p:pic>
          <p:nvPicPr>
            <p:cNvPr id="3" name="Grafik 2" descr="Ein Bild, das Text, Schrift, Diagramm, Screenshot enthält.&#10;&#10;KI-generierte Inhalte können fehlerhaft sein.">
              <a:extLst>
                <a:ext uri="{FF2B5EF4-FFF2-40B4-BE49-F238E27FC236}">
                  <a16:creationId xmlns:a16="http://schemas.microsoft.com/office/drawing/2014/main" id="{75D76BCB-57BC-00F8-5586-40B7D4BD89C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29823" t="3570" r="52097" b="12847"/>
            <a:stretch>
              <a:fillRect/>
            </a:stretch>
          </p:blipFill>
          <p:spPr>
            <a:xfrm>
              <a:off x="4114799" y="2834640"/>
              <a:ext cx="800101" cy="1556060"/>
            </a:xfrm>
            <a:prstGeom prst="rect">
              <a:avLst/>
            </a:prstGeom>
          </p:spPr>
        </p:pic>
        <p:sp>
          <p:nvSpPr>
            <p:cNvPr id="14" name="Rechteck 13">
              <a:extLst>
                <a:ext uri="{FF2B5EF4-FFF2-40B4-BE49-F238E27FC236}">
                  <a16:creationId xmlns:a16="http://schemas.microsoft.com/office/drawing/2014/main" id="{266C7171-ADE3-DD5A-DAD9-CF34CE9FDE84}"/>
                </a:ext>
              </a:extLst>
            </p:cNvPr>
            <p:cNvSpPr/>
            <p:nvPr/>
          </p:nvSpPr>
          <p:spPr>
            <a:xfrm>
              <a:off x="4114798" y="2834640"/>
              <a:ext cx="800101" cy="155606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8AD6224C-324E-4F57-13D8-0018D85C39D6}"/>
              </a:ext>
            </a:extLst>
          </p:cNvPr>
          <p:cNvGrpSpPr/>
          <p:nvPr/>
        </p:nvGrpSpPr>
        <p:grpSpPr>
          <a:xfrm>
            <a:off x="5923277" y="3012475"/>
            <a:ext cx="708661" cy="1378225"/>
            <a:chOff x="5768339" y="2834640"/>
            <a:chExt cx="800101" cy="1556060"/>
          </a:xfrm>
        </p:grpSpPr>
        <p:pic>
          <p:nvPicPr>
            <p:cNvPr id="13" name="Grafik 12" descr="Ein Bild, das Text, Schrift, Diagramm, Screenshot enthält.&#10;&#10;KI-generierte Inhalte können fehlerhaft sein.">
              <a:extLst>
                <a:ext uri="{FF2B5EF4-FFF2-40B4-BE49-F238E27FC236}">
                  <a16:creationId xmlns:a16="http://schemas.microsoft.com/office/drawing/2014/main" id="{01CFAE39-F31F-E2F4-AE45-69DA3C1B83B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29758" t="3563" r="52201" b="13035"/>
            <a:stretch>
              <a:fillRect/>
            </a:stretch>
          </p:blipFill>
          <p:spPr>
            <a:xfrm>
              <a:off x="5768340" y="2834640"/>
              <a:ext cx="800100" cy="1556060"/>
            </a:xfrm>
            <a:prstGeom prst="rect">
              <a:avLst/>
            </a:prstGeom>
          </p:spPr>
        </p:pic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E8FCCBC8-810C-4303-5F3F-05784024AED8}"/>
                </a:ext>
              </a:extLst>
            </p:cNvPr>
            <p:cNvSpPr/>
            <p:nvPr/>
          </p:nvSpPr>
          <p:spPr>
            <a:xfrm>
              <a:off x="5768339" y="2834640"/>
              <a:ext cx="800101" cy="155606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A3FEF554-0FCF-D7A7-C306-A504A396D1FA}"/>
              </a:ext>
            </a:extLst>
          </p:cNvPr>
          <p:cNvCxnSpPr>
            <a:cxnSpLocks/>
            <a:stCxn id="16" idx="3"/>
            <a:endCxn id="3" idx="1"/>
          </p:cNvCxnSpPr>
          <p:nvPr/>
        </p:nvCxnSpPr>
        <p:spPr>
          <a:xfrm flipV="1">
            <a:off x="6631938" y="3701587"/>
            <a:ext cx="937260" cy="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9CCFC0AE-DAB7-2ED6-30B9-0B7CCBE1B254}"/>
              </a:ext>
            </a:extLst>
          </p:cNvPr>
          <p:cNvGrpSpPr/>
          <p:nvPr/>
        </p:nvGrpSpPr>
        <p:grpSpPr>
          <a:xfrm>
            <a:off x="5923277" y="1083077"/>
            <a:ext cx="2354582" cy="1181100"/>
            <a:chOff x="5459727" y="1046093"/>
            <a:chExt cx="2354582" cy="1181100"/>
          </a:xfrm>
        </p:grpSpPr>
        <p:grpSp>
          <p:nvGrpSpPr>
            <p:cNvPr id="22" name="Gruppieren 21">
              <a:extLst>
                <a:ext uri="{FF2B5EF4-FFF2-40B4-BE49-F238E27FC236}">
                  <a16:creationId xmlns:a16="http://schemas.microsoft.com/office/drawing/2014/main" id="{F7FAE6C6-9B99-AA02-5286-9FB96F7EFA21}"/>
                </a:ext>
              </a:extLst>
            </p:cNvPr>
            <p:cNvGrpSpPr/>
            <p:nvPr/>
          </p:nvGrpSpPr>
          <p:grpSpPr>
            <a:xfrm>
              <a:off x="5459727" y="1046093"/>
              <a:ext cx="2354582" cy="1181100"/>
              <a:chOff x="5372098" y="1005840"/>
              <a:chExt cx="2354582" cy="1181100"/>
            </a:xfrm>
          </p:grpSpPr>
          <p:pic>
            <p:nvPicPr>
              <p:cNvPr id="20" name="Grafik 19" descr="Ein Bild, das Reihe, Diagramm, Text, Zahl enthält.&#10;&#10;KI-generierte Inhalte können fehlerhaft sein.">
                <a:extLst>
                  <a:ext uri="{FF2B5EF4-FFF2-40B4-BE49-F238E27FC236}">
                    <a16:creationId xmlns:a16="http://schemas.microsoft.com/office/drawing/2014/main" id="{5F4E4FFB-7C5A-4785-BD9F-75FC37C9D37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rcRect l="6550" t="4560" r="20746" b="9882"/>
              <a:stretch>
                <a:fillRect/>
              </a:stretch>
            </p:blipFill>
            <p:spPr>
              <a:xfrm>
                <a:off x="5372099" y="1005840"/>
                <a:ext cx="2354581" cy="1181099"/>
              </a:xfrm>
              <a:prstGeom prst="rect">
                <a:avLst/>
              </a:prstGeom>
            </p:spPr>
          </p:pic>
          <p:sp>
            <p:nvSpPr>
              <p:cNvPr id="21" name="Rechteck 20">
                <a:extLst>
                  <a:ext uri="{FF2B5EF4-FFF2-40B4-BE49-F238E27FC236}">
                    <a16:creationId xmlns:a16="http://schemas.microsoft.com/office/drawing/2014/main" id="{49222142-AA45-02EE-F79D-EFFCE29AB565}"/>
                  </a:ext>
                </a:extLst>
              </p:cNvPr>
              <p:cNvSpPr/>
              <p:nvPr/>
            </p:nvSpPr>
            <p:spPr>
              <a:xfrm>
                <a:off x="5372098" y="1005840"/>
                <a:ext cx="2354582" cy="118110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cxnSp>
          <p:nvCxnSpPr>
            <p:cNvPr id="25" name="Gerade Verbindung mit Pfeil 24">
              <a:extLst>
                <a:ext uri="{FF2B5EF4-FFF2-40B4-BE49-F238E27FC236}">
                  <a16:creationId xmlns:a16="http://schemas.microsoft.com/office/drawing/2014/main" id="{F63F46B7-8A07-2D72-B22E-0A857CA8C50C}"/>
                </a:ext>
              </a:extLst>
            </p:cNvPr>
            <p:cNvCxnSpPr>
              <a:cxnSpLocks/>
            </p:cNvCxnSpPr>
            <p:nvPr/>
          </p:nvCxnSpPr>
          <p:spPr>
            <a:xfrm>
              <a:off x="5707380" y="1579245"/>
              <a:ext cx="366395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Gerade Verbindung mit Pfeil 27">
              <a:extLst>
                <a:ext uri="{FF2B5EF4-FFF2-40B4-BE49-F238E27FC236}">
                  <a16:creationId xmlns:a16="http://schemas.microsoft.com/office/drawing/2014/main" id="{5EEAAEBA-8B00-02F1-8BD7-7C4E8FDCC32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68352" y="2161434"/>
              <a:ext cx="1151573" cy="3845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Gerader Verbinder 29">
              <a:extLst>
                <a:ext uri="{FF2B5EF4-FFF2-40B4-BE49-F238E27FC236}">
                  <a16:creationId xmlns:a16="http://schemas.microsoft.com/office/drawing/2014/main" id="{DE2DF4DB-0449-2412-0CF7-E7742C184A07}"/>
                </a:ext>
              </a:extLst>
            </p:cNvPr>
            <p:cNvCxnSpPr/>
            <p:nvPr/>
          </p:nvCxnSpPr>
          <p:spPr>
            <a:xfrm>
              <a:off x="5868352" y="1108004"/>
              <a:ext cx="0" cy="1057275"/>
            </a:xfrm>
            <a:prstGeom prst="line">
              <a:avLst/>
            </a:prstGeom>
            <a:ln w="9525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1798860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30"/>
          <p:cNvSpPr txBox="1">
            <a:spLocks noGrp="1"/>
          </p:cNvSpPr>
          <p:nvPr>
            <p:ph type="subTitle" idx="1"/>
          </p:nvPr>
        </p:nvSpPr>
        <p:spPr>
          <a:xfrm>
            <a:off x="800176" y="1511499"/>
            <a:ext cx="6858000" cy="37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700"/>
              <a:buNone/>
            </a:pPr>
            <a:r>
              <a:rPr lang="en-US" noProof="0" dirty="0">
                <a:latin typeface="+mn-lt"/>
              </a:rPr>
              <a:t>Presentation of Final Results</a:t>
            </a:r>
          </a:p>
        </p:txBody>
      </p:sp>
      <p:sp>
        <p:nvSpPr>
          <p:cNvPr id="349" name="Google Shape;349;p30"/>
          <p:cNvSpPr txBox="1">
            <a:spLocks noGrp="1"/>
          </p:cNvSpPr>
          <p:nvPr>
            <p:ph type="ctrTitle"/>
          </p:nvPr>
        </p:nvSpPr>
        <p:spPr>
          <a:xfrm>
            <a:off x="800175" y="1113952"/>
            <a:ext cx="6858000" cy="3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91425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Arial"/>
              <a:buNone/>
            </a:pPr>
            <a:r>
              <a:rPr lang="en-US" sz="2200" noProof="0" dirty="0">
                <a:latin typeface="+mn-lt"/>
              </a:rPr>
              <a:t>Peak Detection in Time Series</a:t>
            </a: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Arial"/>
              <a:buNone/>
            </a:pPr>
            <a:endParaRPr lang="en-US" sz="2200" noProof="0" dirty="0">
              <a:latin typeface="+mn-lt"/>
            </a:endParaRPr>
          </a:p>
        </p:txBody>
      </p:sp>
      <p:sp>
        <p:nvSpPr>
          <p:cNvPr id="350" name="Google Shape;350;p30"/>
          <p:cNvSpPr txBox="1"/>
          <p:nvPr/>
        </p:nvSpPr>
        <p:spPr>
          <a:xfrm>
            <a:off x="800176" y="2768541"/>
            <a:ext cx="4482900" cy="43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23" b="1" noProof="0" dirty="0">
                <a:solidFill>
                  <a:srgbClr val="0068B4"/>
                </a:solidFill>
                <a:latin typeface="+mn-lt"/>
                <a:ea typeface="Arial"/>
                <a:cs typeface="Arial"/>
                <a:sym typeface="Arial"/>
              </a:rPr>
              <a:t>Thank You For Your Attention!</a:t>
            </a:r>
            <a:endParaRPr lang="en-US" noProof="0" dirty="0">
              <a:latin typeface="+mn-lt"/>
            </a:endParaRPr>
          </a:p>
        </p:txBody>
      </p:sp>
      <p:sp>
        <p:nvSpPr>
          <p:cNvPr id="351" name="Google Shape;351;p30"/>
          <p:cNvSpPr txBox="1"/>
          <p:nvPr/>
        </p:nvSpPr>
        <p:spPr>
          <a:xfrm>
            <a:off x="627825" y="3444775"/>
            <a:ext cx="3280800" cy="60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b="1" noProof="0" dirty="0">
                <a:solidFill>
                  <a:schemeClr val="dk1"/>
                </a:solidFill>
                <a:latin typeface="+mn-lt"/>
              </a:rPr>
              <a:t>Nestor Weidemann</a:t>
            </a:r>
            <a:endParaRPr lang="en-US" noProof="0" dirty="0">
              <a:latin typeface="+mn-lt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Mail:	</a:t>
            </a:r>
            <a:r>
              <a:rPr lang="en-US" sz="1111" noProof="0" dirty="0">
                <a:solidFill>
                  <a:schemeClr val="dk1"/>
                </a:solidFill>
                <a:latin typeface="+mn-lt"/>
              </a:rPr>
              <a:t>nestor.weidemann</a:t>
            </a: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@st.ovgu.de</a:t>
            </a:r>
            <a:endParaRPr lang="en-US" noProof="0" dirty="0">
              <a:latin typeface="+mn-lt"/>
            </a:endParaRPr>
          </a:p>
        </p:txBody>
      </p:sp>
      <p:sp>
        <p:nvSpPr>
          <p:cNvPr id="352" name="Google Shape;352;p30"/>
          <p:cNvSpPr txBox="1"/>
          <p:nvPr/>
        </p:nvSpPr>
        <p:spPr>
          <a:xfrm>
            <a:off x="627825" y="4086350"/>
            <a:ext cx="3280800" cy="60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b="1" noProof="0" dirty="0">
                <a:solidFill>
                  <a:schemeClr val="dk1"/>
                </a:solidFill>
                <a:latin typeface="+mn-lt"/>
              </a:rPr>
              <a:t>Nathira Wijemanne</a:t>
            </a:r>
            <a:endParaRPr lang="en-US" noProof="0" dirty="0">
              <a:latin typeface="+mn-lt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Mail:	</a:t>
            </a:r>
            <a:r>
              <a:rPr lang="en-US" sz="1111" noProof="0" dirty="0">
                <a:solidFill>
                  <a:schemeClr val="dk1"/>
                </a:solidFill>
                <a:latin typeface="+mn-lt"/>
              </a:rPr>
              <a:t>nathira.wijemanne</a:t>
            </a: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@st.ovgu.de</a:t>
            </a:r>
            <a:endParaRPr lang="en-US" noProof="0" dirty="0">
              <a:latin typeface="+mn-lt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9">
          <a:extLst>
            <a:ext uri="{FF2B5EF4-FFF2-40B4-BE49-F238E27FC236}">
              <a16:creationId xmlns:a16="http://schemas.microsoft.com/office/drawing/2014/main" id="{996C8959-D708-A593-FE16-18FB48E4D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29">
            <a:extLst>
              <a:ext uri="{FF2B5EF4-FFF2-40B4-BE49-F238E27FC236}">
                <a16:creationId xmlns:a16="http://schemas.microsoft.com/office/drawing/2014/main" id="{C3796DEB-4CBE-538C-F188-8D41F67BAE0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60" y="1"/>
            <a:ext cx="5745900" cy="52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Font typeface="Arial"/>
              <a:buNone/>
            </a:pPr>
            <a:r>
              <a:rPr lang="en-US" noProof="0" dirty="0"/>
              <a:t>References for Graphics</a:t>
            </a:r>
          </a:p>
        </p:txBody>
      </p:sp>
      <p:sp>
        <p:nvSpPr>
          <p:cNvPr id="341" name="Google Shape;341;p29">
            <a:extLst>
              <a:ext uri="{FF2B5EF4-FFF2-40B4-BE49-F238E27FC236}">
                <a16:creationId xmlns:a16="http://schemas.microsoft.com/office/drawing/2014/main" id="{CE5A2697-1B52-D0FD-D961-77AFD850CA38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60000" y="1127300"/>
            <a:ext cx="80304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noProof="0" dirty="0">
                <a:latin typeface="+mn-lt"/>
              </a:rPr>
              <a:t>[1] </a:t>
            </a:r>
            <a:r>
              <a:rPr lang="en-US" sz="1700" dirty="0">
                <a:latin typeface="+mn-lt"/>
                <a:hlinkClick r:id="rId3"/>
              </a:rPr>
              <a:t>https://www.hubs.com/de/wissensbasis/3d-druck-vs-cnc-bearbeitung/</a:t>
            </a:r>
            <a:endParaRPr lang="en-US" sz="1700" noProof="0" dirty="0">
              <a:latin typeface="+mn-lt"/>
            </a:endParaRPr>
          </a:p>
          <a:p>
            <a:pPr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noProof="0" dirty="0">
                <a:latin typeface="+mn-lt"/>
              </a:rPr>
              <a:t>[2] </a:t>
            </a:r>
            <a:r>
              <a:rPr lang="en-US" sz="1700" dirty="0">
                <a:latin typeface="+mn-lt"/>
                <a:hlinkClick r:id="rId4"/>
              </a:rPr>
              <a:t>https://www.fptindustrie.com/deu/</a:t>
            </a:r>
            <a:endParaRPr lang="en-US" sz="1700" noProof="0" dirty="0">
              <a:latin typeface="+mn-lt"/>
            </a:endParaRPr>
          </a:p>
          <a:p>
            <a:pPr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noProof="0" dirty="0">
                <a:latin typeface="+mn-lt"/>
              </a:rPr>
              <a:t>[3] </a:t>
            </a:r>
            <a:r>
              <a:rPr lang="en-US" sz="1700" dirty="0">
                <a:latin typeface="+mn-lt"/>
                <a:hlinkClick r:id="rId5"/>
              </a:rPr>
              <a:t>https://www.mdpi.com/1996-1073/17/15/3659</a:t>
            </a:r>
            <a:endParaRPr lang="en-US" sz="1700" noProof="0" dirty="0">
              <a:latin typeface="+mn-lt"/>
            </a:endParaRPr>
          </a:p>
          <a:p>
            <a:pPr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noProof="0" dirty="0">
                <a:latin typeface="+mn-lt"/>
              </a:rPr>
              <a:t>[4]</a:t>
            </a:r>
            <a:r>
              <a:rPr lang="en-US" sz="1700" dirty="0">
                <a:latin typeface="+mn-lt"/>
              </a:rPr>
              <a:t> </a:t>
            </a:r>
            <a:r>
              <a:rPr lang="en-US" sz="1700" dirty="0">
                <a:latin typeface="+mn-lt"/>
                <a:hlinkClick r:id="rId6"/>
              </a:rPr>
              <a:t>https://en.wikipedia.org/wiki/Topographic_prominence</a:t>
            </a:r>
            <a:endParaRPr lang="en-US" sz="1700" noProof="0" dirty="0">
              <a:latin typeface="+mn-lt"/>
            </a:endParaRPr>
          </a:p>
          <a:p>
            <a:pPr lvl="0"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noProof="0" dirty="0">
                <a:latin typeface="+mn-lt"/>
              </a:rPr>
              <a:t>[5] </a:t>
            </a:r>
            <a:r>
              <a:rPr lang="en-US" sz="1700" dirty="0">
                <a:latin typeface="+mn-lt"/>
                <a:hlinkClick r:id="rId7"/>
              </a:rPr>
              <a:t>https://en.wikipedia.org/wiki/Ricker_wavelet</a:t>
            </a:r>
            <a:endParaRPr lang="en-US" sz="1700" noProof="0" dirty="0">
              <a:latin typeface="+mn-lt"/>
            </a:endParaRPr>
          </a:p>
          <a:p>
            <a:pPr lvl="0"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noProof="0" dirty="0">
                <a:latin typeface="+mn-lt"/>
              </a:rPr>
              <a:t>[6]</a:t>
            </a:r>
            <a:r>
              <a:rPr lang="en-US" sz="1700" dirty="0">
                <a:latin typeface="+mn-lt"/>
              </a:rPr>
              <a:t> </a:t>
            </a:r>
            <a:r>
              <a:rPr lang="en-US" sz="1700" dirty="0">
                <a:latin typeface="+mn-lt"/>
                <a:hlinkClick r:id="rId8"/>
              </a:rPr>
              <a:t>https://www.researchgate.net/figure/Convolution-of-a-signal-with-a-wavelet-function-Part-of-this-figure-is-taken-from-1_fig1_51918746</a:t>
            </a:r>
            <a:endParaRPr lang="en-US" sz="1700" noProof="0" dirty="0">
              <a:latin typeface="+mn-lt"/>
            </a:endParaRPr>
          </a:p>
          <a:p>
            <a:pPr lvl="0"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noProof="0" dirty="0">
                <a:latin typeface="+mn-lt"/>
              </a:rPr>
              <a:t>[7]</a:t>
            </a:r>
            <a:r>
              <a:rPr lang="en-US" sz="1700" dirty="0">
                <a:latin typeface="+mn-lt"/>
              </a:rPr>
              <a:t> </a:t>
            </a:r>
            <a:r>
              <a:rPr lang="en-US" sz="1700" dirty="0">
                <a:latin typeface="+mn-lt"/>
                <a:hlinkClick r:id="rId9"/>
              </a:rPr>
              <a:t>https://blog.dailydoseofds.com/p/the-limitations-of-dbscan-clustering</a:t>
            </a:r>
            <a:endParaRPr lang="en-US" sz="1700" noProof="0" dirty="0">
              <a:latin typeface="+mn-lt"/>
            </a:endParaRPr>
          </a:p>
          <a:p>
            <a:pPr lvl="0"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dirty="0">
                <a:latin typeface="+mn-lt"/>
              </a:rPr>
              <a:t>[8] </a:t>
            </a:r>
            <a:r>
              <a:rPr lang="en-US" sz="1700" dirty="0">
                <a:latin typeface="+mn-lt"/>
                <a:hlinkClick r:id="rId10"/>
              </a:rPr>
              <a:t>https://www.researchgate.net/figure/Pareto-front-distribution-of-the-optimization-problem_fig1_374617028</a:t>
            </a:r>
            <a:endParaRPr lang="en-US" sz="1700" noProof="0" dirty="0">
              <a:latin typeface="+mn-lt"/>
            </a:endParaRPr>
          </a:p>
        </p:txBody>
      </p: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2F1AC336-3D3C-2F8A-A99B-7A53F2ABF7C9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04DBA4F-F8EA-7194-535B-A282D0EFF3F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/>
              <a:t>39 / </a:t>
            </a: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39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62314483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>
          <a:extLst>
            <a:ext uri="{FF2B5EF4-FFF2-40B4-BE49-F238E27FC236}">
              <a16:creationId xmlns:a16="http://schemas.microsoft.com/office/drawing/2014/main" id="{F880705A-6155-7CE7-C4B7-7F6B6988F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5">
            <a:extLst>
              <a:ext uri="{FF2B5EF4-FFF2-40B4-BE49-F238E27FC236}">
                <a16:creationId xmlns:a16="http://schemas.microsoft.com/office/drawing/2014/main" id="{3894A8A4-0DDF-8E2E-BB69-8AF092E10B3B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1127290"/>
            <a:ext cx="84240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indent="-336550">
              <a:lnSpc>
                <a:spcPct val="95000"/>
              </a:lnSpc>
              <a:spcBef>
                <a:spcPts val="1200"/>
              </a:spcBef>
              <a:buSzPts val="1700"/>
            </a:pPr>
            <a:r>
              <a:rPr lang="en-US" sz="1700" noProof="0" dirty="0">
                <a:highlight>
                  <a:srgbClr val="FFFF00"/>
                </a:highlight>
                <a:latin typeface="+mn-lt"/>
              </a:rPr>
              <a:t>Adapt names in footer depending on who is presenting</a:t>
            </a:r>
            <a:endParaRPr lang="en-US" sz="1700" dirty="0">
              <a:highlight>
                <a:srgbClr val="FFFF00"/>
              </a:highlight>
              <a:latin typeface="+mn-lt"/>
            </a:endParaRPr>
          </a:p>
        </p:txBody>
      </p:sp>
      <p:sp>
        <p:nvSpPr>
          <p:cNvPr id="206" name="Google Shape;206;p15">
            <a:extLst>
              <a:ext uri="{FF2B5EF4-FFF2-40B4-BE49-F238E27FC236}">
                <a16:creationId xmlns:a16="http://schemas.microsoft.com/office/drawing/2014/main" id="{F4C4BB18-8835-11D2-AA17-86F79DE46E1C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CE5357F0-B5D2-99B1-B8A4-AF18751CCC1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40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2804293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31"/>
          <p:cNvSpPr txBox="1">
            <a:spLocks noGrp="1"/>
          </p:cNvSpPr>
          <p:nvPr>
            <p:ph type="title"/>
          </p:nvPr>
        </p:nvSpPr>
        <p:spPr>
          <a:xfrm>
            <a:off x="719999" y="2772000"/>
            <a:ext cx="7704000" cy="10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2500"/>
              <a:buFont typeface="Arial"/>
              <a:buNone/>
            </a:pPr>
            <a:r>
              <a:rPr lang="en-US" noProof="0" dirty="0">
                <a:latin typeface="+mn-lt"/>
              </a:rPr>
              <a:t>Backup</a:t>
            </a:r>
          </a:p>
        </p:txBody>
      </p: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0AF241EE-F10E-3336-7AF1-9484C9DC835B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E32B27E1-B663-C083-6E4B-5F2960EF9CB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41</a:t>
            </a:fld>
            <a:endParaRPr lang="en-US" noProof="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9">
          <a:extLst>
            <a:ext uri="{FF2B5EF4-FFF2-40B4-BE49-F238E27FC236}">
              <a16:creationId xmlns:a16="http://schemas.microsoft.com/office/drawing/2014/main" id="{AF011F7B-CD5A-F8D7-DF4A-73C37E874B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41" name="Google Shape;341;p29">
                <a:extLst>
                  <a:ext uri="{FF2B5EF4-FFF2-40B4-BE49-F238E27FC236}">
                    <a16:creationId xmlns:a16="http://schemas.microsoft.com/office/drawing/2014/main" id="{60F09196-6E6C-8C64-C632-69AD2FA27860}"/>
                  </a:ext>
                </a:extLst>
              </p:cNvPr>
              <p:cNvSpPr txBox="1">
                <a:spLocks noGrp="1"/>
              </p:cNvSpPr>
              <p:nvPr>
                <p:ph type="body" idx="4294967295"/>
              </p:nvPr>
            </p:nvSpPr>
            <p:spPr>
              <a:xfrm>
                <a:off x="359999" y="752799"/>
                <a:ext cx="8423999" cy="363790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rmAutofit/>
              </a:bodyPr>
              <a:lstStyle/>
              <a:p>
                <a:pPr marL="120650" lvl="0" indent="0">
                  <a:lnSpc>
                    <a:spcPct val="115000"/>
                  </a:lnSpc>
                  <a:spcBef>
                    <a:spcPts val="1200"/>
                  </a:spcBef>
                  <a:buSzPts val="1700"/>
                  <a:buNone/>
                </a:pPr>
                <a:r>
                  <a:rPr lang="en-US" sz="1700" noProof="0" dirty="0">
                    <a:latin typeface="+mn-lt"/>
                  </a:rPr>
                  <a:t>F1-Score</a:t>
                </a:r>
              </a:p>
              <a:p>
                <a:pPr lvl="0" indent="-336550">
                  <a:lnSpc>
                    <a:spcPct val="115000"/>
                  </a:lnSpc>
                  <a:spcBef>
                    <a:spcPts val="1200"/>
                  </a:spcBef>
                  <a:buSzPts val="1700"/>
                </a:pPr>
                <a:r>
                  <a:rPr lang="en-US" sz="1700" noProof="0" dirty="0">
                    <a:latin typeface="+mn-lt"/>
                  </a:rPr>
                  <a:t>Combines precision and recall into one metric</a:t>
                </a:r>
              </a:p>
              <a:p>
                <a:pPr lvl="0" indent="-336550">
                  <a:lnSpc>
                    <a:spcPct val="115000"/>
                  </a:lnSpc>
                  <a:spcBef>
                    <a:spcPts val="1200"/>
                  </a:spcBef>
                  <a:buSzPts val="1700"/>
                </a:pPr>
                <a:endParaRPr lang="de-DE" sz="1700" b="0" i="0" noProof="0" dirty="0">
                  <a:latin typeface="Cambria Math" panose="02040503050406030204" pitchFamily="18" charset="0"/>
                </a:endParaRPr>
              </a:p>
              <a:p>
                <a:pPr lvl="0" indent="-336550">
                  <a:lnSpc>
                    <a:spcPct val="115000"/>
                  </a:lnSpc>
                  <a:spcBef>
                    <a:spcPts val="1200"/>
                  </a:spcBef>
                  <a:buSzPts val="1700"/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sz="1700" b="0" i="0" noProof="0" smtClean="0">
                        <a:latin typeface="Cambria Math" panose="02040503050406030204" pitchFamily="18" charset="0"/>
                      </a:rPr>
                      <m:t>F</m:t>
                    </m:r>
                    <m:r>
                      <a:rPr lang="de-DE" sz="1700" b="0" i="1" noProof="0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de-DE" sz="1700" b="0" i="0" noProof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sz="1700" b="0" i="0" noProof="0" smtClean="0">
                        <a:latin typeface="Cambria Math" panose="02040503050406030204" pitchFamily="18" charset="0"/>
                      </a:rPr>
                      <m:t>Score</m:t>
                    </m:r>
                    <m:r>
                      <a:rPr lang="de-DE" sz="1700" b="0" i="1" noProof="0" smtClean="0">
                        <a:latin typeface="Cambria Math" panose="02040503050406030204" pitchFamily="18" charset="0"/>
                      </a:rPr>
                      <m:t>=2∗</m:t>
                    </m:r>
                    <m:f>
                      <m:fPr>
                        <m:ctrlPr>
                          <a:rPr lang="de-DE" sz="1700" b="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de-DE" sz="1700" b="0" i="0" noProof="0" smtClean="0">
                            <a:latin typeface="Cambria Math" panose="02040503050406030204" pitchFamily="18" charset="0"/>
                          </a:rPr>
                          <m:t>Precision</m:t>
                        </m:r>
                        <m:r>
                          <a:rPr lang="de-DE" sz="1700" b="0" i="1" noProof="0" smtClean="0">
                            <a:latin typeface="Cambria Math" panose="02040503050406030204" pitchFamily="18" charset="0"/>
                          </a:rPr>
                          <m:t>∗</m:t>
                        </m:r>
                        <m:r>
                          <m:rPr>
                            <m:sty m:val="p"/>
                          </m:rPr>
                          <a:rPr lang="de-DE" sz="1700" b="0" i="0" noProof="0" smtClean="0">
                            <a:latin typeface="Cambria Math" panose="02040503050406030204" pitchFamily="18" charset="0"/>
                          </a:rPr>
                          <m:t>Recall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 sz="1700" b="0" i="0" noProof="0" smtClean="0">
                            <a:latin typeface="Cambria Math" panose="02040503050406030204" pitchFamily="18" charset="0"/>
                          </a:rPr>
                          <m:t>Precision</m:t>
                        </m:r>
                        <m:r>
                          <a:rPr lang="de-DE" sz="1700" b="0" i="1" noProof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de-DE" sz="1700" b="0" i="0" noProof="0" smtClean="0">
                            <a:latin typeface="Cambria Math" panose="02040503050406030204" pitchFamily="18" charset="0"/>
                          </a:rPr>
                          <m:t>Recall</m:t>
                        </m:r>
                      </m:den>
                    </m:f>
                  </m:oMath>
                </a14:m>
                <a:endParaRPr lang="en-US" sz="1700" noProof="0" dirty="0">
                  <a:latin typeface="+mn-lt"/>
                </a:endParaRPr>
              </a:p>
              <a:p>
                <a:pPr lvl="1" indent="-336550">
                  <a:lnSpc>
                    <a:spcPct val="115000"/>
                  </a:lnSpc>
                  <a:spcBef>
                    <a:spcPts val="1200"/>
                  </a:spcBef>
                  <a:buSzPts val="1700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sz="1543" b="0" i="0" noProof="0" smtClean="0">
                        <a:latin typeface="Cambria Math" panose="02040503050406030204" pitchFamily="18" charset="0"/>
                      </a:rPr>
                      <m:t>Precision</m:t>
                    </m:r>
                    <m:r>
                      <a:rPr lang="de-DE" sz="1543" b="0" i="1" noProof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1543" b="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de-DE" sz="1543" b="0" i="0" noProof="0" smtClean="0">
                            <a:latin typeface="Cambria Math" panose="02040503050406030204" pitchFamily="18" charset="0"/>
                          </a:rPr>
                          <m:t>TP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 sz="1543" b="0" i="0" noProof="0" smtClean="0">
                            <a:latin typeface="Cambria Math" panose="02040503050406030204" pitchFamily="18" charset="0"/>
                          </a:rPr>
                          <m:t>TP</m:t>
                        </m:r>
                        <m:r>
                          <a:rPr lang="de-DE" sz="1543" b="0" i="0" noProof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de-DE" sz="1543" b="0" i="0" noProof="0" smtClean="0">
                            <a:latin typeface="Cambria Math" panose="02040503050406030204" pitchFamily="18" charset="0"/>
                          </a:rPr>
                          <m:t>FP</m:t>
                        </m:r>
                      </m:den>
                    </m:f>
                  </m:oMath>
                </a14:m>
                <a:endParaRPr lang="de-DE" sz="1543" b="0" noProof="0" dirty="0"/>
              </a:p>
              <a:p>
                <a:pPr lvl="1" indent="-336550">
                  <a:lnSpc>
                    <a:spcPct val="115000"/>
                  </a:lnSpc>
                  <a:spcBef>
                    <a:spcPts val="1200"/>
                  </a:spcBef>
                  <a:buSzPts val="1700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sz="1600" b="0" i="0" smtClean="0">
                        <a:latin typeface="Cambria Math" panose="02040503050406030204" pitchFamily="18" charset="0"/>
                      </a:rPr>
                      <m:t>Recall</m:t>
                    </m:r>
                    <m:r>
                      <a:rPr lang="de-DE" sz="16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1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de-DE" sz="1600">
                            <a:latin typeface="Cambria Math" panose="02040503050406030204" pitchFamily="18" charset="0"/>
                          </a:rPr>
                          <m:t>TP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 sz="1600">
                            <a:latin typeface="Cambria Math" panose="02040503050406030204" pitchFamily="18" charset="0"/>
                          </a:rPr>
                          <m:t>TP</m:t>
                        </m:r>
                        <m:r>
                          <a:rPr lang="de-DE" sz="160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de-DE" sz="1600">
                            <a:latin typeface="Cambria Math" panose="02040503050406030204" pitchFamily="18" charset="0"/>
                          </a:rPr>
                          <m:t>FN</m:t>
                        </m:r>
                      </m:den>
                    </m:f>
                  </m:oMath>
                </a14:m>
                <a:endParaRPr lang="en-US" sz="1543" noProof="0" dirty="0">
                  <a:latin typeface="+mn-lt"/>
                </a:endParaRPr>
              </a:p>
              <a:p>
                <a:pPr lvl="0" indent="-336550">
                  <a:lnSpc>
                    <a:spcPct val="115000"/>
                  </a:lnSpc>
                  <a:spcBef>
                    <a:spcPts val="1200"/>
                  </a:spcBef>
                  <a:buSzPts val="1700"/>
                </a:pPr>
                <a:endParaRPr lang="en-US" sz="1700" dirty="0">
                  <a:latin typeface="+mn-lt"/>
                </a:endParaRPr>
              </a:p>
              <a:p>
                <a:pPr lvl="0" indent="-336550">
                  <a:lnSpc>
                    <a:spcPct val="115000"/>
                  </a:lnSpc>
                  <a:spcBef>
                    <a:spcPts val="1200"/>
                  </a:spcBef>
                  <a:buSzPts val="1700"/>
                </a:pPr>
                <a:endParaRPr lang="en-US" sz="1700" noProof="0" dirty="0">
                  <a:latin typeface="+mn-lt"/>
                </a:endParaRPr>
              </a:p>
            </p:txBody>
          </p:sp>
        </mc:Choice>
        <mc:Fallback xmlns="">
          <p:sp>
            <p:nvSpPr>
              <p:cNvPr id="341" name="Google Shape;341;p29">
                <a:extLst>
                  <a:ext uri="{FF2B5EF4-FFF2-40B4-BE49-F238E27FC236}">
                    <a16:creationId xmlns:a16="http://schemas.microsoft.com/office/drawing/2014/main" id="{60F09196-6E6C-8C64-C632-69AD2FA27860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4294967295"/>
              </p:nvPr>
            </p:nvSpPr>
            <p:spPr>
              <a:xfrm>
                <a:off x="359999" y="752799"/>
                <a:ext cx="8423999" cy="363790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965E3C8E-66D3-F60F-02C1-3F31177DDB08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A6F0BD6B-3A14-7CB2-2765-7FDA3F9DE15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42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62098041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18"/>
          <p:cNvSpPr txBox="1">
            <a:spLocks noGrp="1"/>
          </p:cNvSpPr>
          <p:nvPr>
            <p:ph type="title"/>
          </p:nvPr>
        </p:nvSpPr>
        <p:spPr>
          <a:xfrm>
            <a:off x="560" y="1"/>
            <a:ext cx="5745900" cy="52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Font typeface="Arial"/>
              <a:buNone/>
            </a:pPr>
            <a:r>
              <a:rPr lang="en-US" noProof="0" dirty="0"/>
              <a:t>Dataset</a:t>
            </a:r>
          </a:p>
        </p:txBody>
      </p:sp>
      <p:sp>
        <p:nvSpPr>
          <p:cNvPr id="233" name="Google Shape;233;p18"/>
          <p:cNvSpPr txBox="1">
            <a:spLocks noGrp="1"/>
          </p:cNvSpPr>
          <p:nvPr>
            <p:ph type="body" idx="4294967295"/>
          </p:nvPr>
        </p:nvSpPr>
        <p:spPr>
          <a:xfrm>
            <a:off x="360000" y="1127300"/>
            <a:ext cx="8424000" cy="362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39471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746"/>
              <a:buChar char="•"/>
            </a:pPr>
            <a:r>
              <a:rPr lang="en-US" noProof="0" dirty="0">
                <a:latin typeface="+mn-lt"/>
              </a:rPr>
              <a:t>Number of Rows: ~1.6 Million</a:t>
            </a:r>
          </a:p>
          <a:p>
            <a:pPr marL="45720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noProof="0" dirty="0">
              <a:latin typeface="+mn-lt"/>
            </a:endParaRPr>
          </a:p>
          <a:p>
            <a:pPr marL="457200" lvl="0" indent="-339471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746"/>
              <a:buChar char="•"/>
            </a:pPr>
            <a:r>
              <a:rPr lang="en-US" noProof="0" dirty="0">
                <a:latin typeface="+mn-lt"/>
              </a:rPr>
              <a:t>Time Series data across: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2 Machine Types (CMX1, DMC2)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2 Materials (AL, S)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2 Components (CP1, CP2)</a:t>
            </a:r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50" noProof="0" dirty="0">
                <a:latin typeface="+mn-lt"/>
              </a:rPr>
              <a:t>   -&gt;  8 different measurements</a:t>
            </a:r>
          </a:p>
          <a:p>
            <a:pPr marL="45720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noProof="0" dirty="0">
              <a:latin typeface="+mn-lt"/>
            </a:endParaRPr>
          </a:p>
          <a:p>
            <a:pPr marL="457200" lvl="0" indent="-339471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746"/>
              <a:buChar char="•"/>
            </a:pPr>
            <a:r>
              <a:rPr lang="en-US" noProof="0" dirty="0">
                <a:latin typeface="+mn-lt"/>
              </a:rPr>
              <a:t>Variables measured across 4 axes: X (1), Y (2), Z (3) and Spindle (6)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Target Variable: Current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Possible Input Variables: Load, Motor shaft positions (actual &amp; desired), Control deviation, Torque, Feedforward velocity, Feedforward torque, Commanded Speed, and etc.</a:t>
            </a:r>
          </a:p>
          <a:p>
            <a:pPr marL="1028609" lvl="3" indent="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349"/>
              <a:buNone/>
            </a:pPr>
            <a:endParaRPr lang="en-US" noProof="0" dirty="0">
              <a:latin typeface="+mn-lt"/>
            </a:endParaRPr>
          </a:p>
        </p:txBody>
      </p: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B3CA6D72-C513-6CC0-C4CA-495B6483C1EC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94EEAA4-0853-486D-ED5A-39F6DE00E3D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43</a:t>
            </a:fld>
            <a:endParaRPr lang="en-US" noProof="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9"/>
          <p:cNvSpPr txBox="1">
            <a:spLocks noGrp="1"/>
          </p:cNvSpPr>
          <p:nvPr>
            <p:ph type="title"/>
          </p:nvPr>
        </p:nvSpPr>
        <p:spPr>
          <a:xfrm>
            <a:off x="560" y="1"/>
            <a:ext cx="5745900" cy="52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Font typeface="Arial"/>
              <a:buNone/>
            </a:pPr>
            <a:r>
              <a:rPr lang="en-US" noProof="0" dirty="0"/>
              <a:t>Dataset</a:t>
            </a:r>
          </a:p>
        </p:txBody>
      </p:sp>
      <p:sp>
        <p:nvSpPr>
          <p:cNvPr id="241" name="Google Shape;241;p19"/>
          <p:cNvSpPr txBox="1">
            <a:spLocks noGrp="1"/>
          </p:cNvSpPr>
          <p:nvPr>
            <p:ph type="body" idx="4294967295"/>
          </p:nvPr>
        </p:nvSpPr>
        <p:spPr>
          <a:xfrm>
            <a:off x="360000" y="1127300"/>
            <a:ext cx="8424000" cy="362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39471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746"/>
              <a:buChar char="•"/>
            </a:pPr>
            <a:r>
              <a:rPr lang="en-US" noProof="0" dirty="0">
                <a:latin typeface="+mn-lt"/>
              </a:rPr>
              <a:t>Relationships: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For all axes: Current </a:t>
            </a:r>
            <a:r>
              <a:rPr lang="en-US" sz="1550" noProof="0" dirty="0">
                <a:solidFill>
                  <a:srgbClr val="1F1F1F"/>
                </a:solidFill>
                <a:highlight>
                  <a:srgbClr val="FFFFFF"/>
                </a:highlight>
                <a:latin typeface="+mn-lt"/>
              </a:rPr>
              <a:t>∝ </a:t>
            </a:r>
            <a:r>
              <a:rPr lang="en-US" noProof="0" dirty="0">
                <a:latin typeface="+mn-lt"/>
              </a:rPr>
              <a:t>Torque  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For all Z: Current </a:t>
            </a:r>
            <a:r>
              <a:rPr lang="en-US" sz="1550" noProof="0" dirty="0">
                <a:solidFill>
                  <a:srgbClr val="1F1F1F"/>
                </a:solidFill>
                <a:highlight>
                  <a:srgbClr val="FFFFFF"/>
                </a:highlight>
                <a:latin typeface="+mn-lt"/>
              </a:rPr>
              <a:t>∝ </a:t>
            </a:r>
            <a:r>
              <a:rPr lang="en-US" noProof="0" dirty="0">
                <a:latin typeface="+mn-lt"/>
              </a:rPr>
              <a:t>Load (&gt;0.9 correlation)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Machine CMX1, Spindle: Current </a:t>
            </a:r>
            <a:r>
              <a:rPr lang="en-US" sz="1550" noProof="0" dirty="0">
                <a:solidFill>
                  <a:srgbClr val="1F1F1F"/>
                </a:solidFill>
                <a:highlight>
                  <a:srgbClr val="FFFFFF"/>
                </a:highlight>
                <a:latin typeface="+mn-lt"/>
              </a:rPr>
              <a:t>∝ </a:t>
            </a:r>
            <a:r>
              <a:rPr lang="en-US" noProof="0" dirty="0">
                <a:latin typeface="+mn-lt"/>
              </a:rPr>
              <a:t>Load (&gt;0.9 correlation) 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Machine DMC2, Y &amp; Z: Current </a:t>
            </a:r>
            <a:r>
              <a:rPr lang="en-US" sz="1550" noProof="0" dirty="0">
                <a:solidFill>
                  <a:srgbClr val="1F1F1F"/>
                </a:solidFill>
                <a:highlight>
                  <a:srgbClr val="FFFFFF"/>
                </a:highlight>
                <a:latin typeface="+mn-lt"/>
              </a:rPr>
              <a:t>∝ </a:t>
            </a:r>
            <a:r>
              <a:rPr lang="en-US" noProof="0" dirty="0">
                <a:latin typeface="+mn-lt"/>
              </a:rPr>
              <a:t>Encoder Positions (&gt;0.9 correlation) 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Component 2, Y: Current </a:t>
            </a:r>
            <a:r>
              <a:rPr lang="en-US" sz="1550" noProof="0" dirty="0">
                <a:solidFill>
                  <a:srgbClr val="1F1F1F"/>
                </a:solidFill>
                <a:highlight>
                  <a:srgbClr val="FFFFFF"/>
                </a:highlight>
                <a:latin typeface="+mn-lt"/>
              </a:rPr>
              <a:t>∝ </a:t>
            </a:r>
            <a:r>
              <a:rPr lang="en-US" noProof="0" dirty="0">
                <a:latin typeface="+mn-lt"/>
              </a:rPr>
              <a:t>Load (&gt;0.9 correlation) 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Component 1, Spindle: Current </a:t>
            </a:r>
            <a:r>
              <a:rPr lang="en-US" sz="1550" noProof="0" dirty="0">
                <a:solidFill>
                  <a:srgbClr val="1F1F1F"/>
                </a:solidFill>
                <a:highlight>
                  <a:srgbClr val="FFFFFF"/>
                </a:highlight>
                <a:latin typeface="+mn-lt"/>
              </a:rPr>
              <a:t>∝ </a:t>
            </a:r>
            <a:r>
              <a:rPr lang="en-US" noProof="0" dirty="0">
                <a:latin typeface="+mn-lt"/>
              </a:rPr>
              <a:t>Load (~0.7 correlation)</a:t>
            </a:r>
          </a:p>
        </p:txBody>
      </p: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24CF7E2F-AFB4-1C7D-B0B7-3A184EFB2D86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5BF0DCA-1EED-C592-8BBA-1535AA4E465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44</a:t>
            </a:fld>
            <a:endParaRPr lang="en-US" noProof="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Benutzerdefiniert 1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3408</Words>
  <Application>Microsoft Office PowerPoint</Application>
  <PresentationFormat>Bildschirmpräsentation (16:9)</PresentationFormat>
  <Paragraphs>690</Paragraphs>
  <Slides>44</Slides>
  <Notes>44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44</vt:i4>
      </vt:variant>
    </vt:vector>
  </HeadingPairs>
  <TitlesOfParts>
    <vt:vector size="50" baseType="lpstr">
      <vt:lpstr>Arial</vt:lpstr>
      <vt:lpstr>Calibri</vt:lpstr>
      <vt:lpstr>Calibri Light</vt:lpstr>
      <vt:lpstr>Cambria Math</vt:lpstr>
      <vt:lpstr>Wingdings</vt:lpstr>
      <vt:lpstr>Office Theme</vt:lpstr>
      <vt:lpstr>Peak Detection in Time Series 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Peak Detection in Time Series </vt:lpstr>
      <vt:lpstr>References for Graphics</vt:lpstr>
      <vt:lpstr>PowerPoint-Präsentation</vt:lpstr>
      <vt:lpstr>Backup</vt:lpstr>
      <vt:lpstr>PowerPoint-Präsentation</vt:lpstr>
      <vt:lpstr>Dataset</vt:lpstr>
      <vt:lpstr>Dataset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Nestor Weidemann</cp:lastModifiedBy>
  <cp:revision>394</cp:revision>
  <dcterms:modified xsi:type="dcterms:W3CDTF">2025-09-04T15:24:33Z</dcterms:modified>
</cp:coreProperties>
</file>
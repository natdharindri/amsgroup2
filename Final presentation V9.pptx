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04" r:id="rId10"/>
    <p:sldId id="330" r:id="rId11"/>
    <p:sldId id="305" r:id="rId12"/>
    <p:sldId id="328" r:id="rId13"/>
    <p:sldId id="343" r:id="rId14"/>
    <p:sldId id="307" r:id="rId15"/>
    <p:sldId id="314" r:id="rId16"/>
    <p:sldId id="341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04"/>
            <p14:sldId id="330"/>
            <p14:sldId id="305"/>
            <p14:sldId id="328"/>
            <p14:sldId id="343"/>
            <p14:sldId id="307"/>
            <p14:sldId id="314"/>
            <p14:sldId id="341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81477" autoAdjust="0"/>
  </p:normalViewPr>
  <p:slideViewPr>
    <p:cSldViewPr snapToGrid="0">
      <p:cViewPr varScale="1">
        <p:scale>
          <a:sx n="119" d="100"/>
          <a:sy n="119" d="100"/>
        </p:scale>
        <p:origin x="1386" y="84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</a:t>
            </a:r>
            <a:r>
              <a:rPr lang="en-US" sz="20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material,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transitions)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</a:t>
            </a:r>
            <a:r>
              <a:rPr lang="en-US" sz="1600" b="0" i="0" u="none" strike="noStrike" cap="none" noProof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 insignificant 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2EE8455-CF1D-0E65-9B06-02B7BE8737E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0B087F9-8B9F-C6B5-D4E3-7C32D29380D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Overview of the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36CB97-83A8-1ABE-BC96-D836738E817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  <p:sp>
        <p:nvSpPr>
          <p:cNvPr id="8" name="Google Shape;206;p15">
            <a:extLst>
              <a:ext uri="{FF2B5EF4-FFF2-40B4-BE49-F238E27FC236}">
                <a16:creationId xmlns:a16="http://schemas.microsoft.com/office/drawing/2014/main" id="{B1970A05-4A13-94E7-DB6A-7A90571ED93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3167</Words>
  <Application>Microsoft Office PowerPoint</Application>
  <PresentationFormat>Bildschirmpräsentation (16:9)</PresentationFormat>
  <Paragraphs>667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417</cp:revision>
  <dcterms:modified xsi:type="dcterms:W3CDTF">2025-09-13T11:33:44Z</dcterms:modified>
</cp:coreProperties>
</file>
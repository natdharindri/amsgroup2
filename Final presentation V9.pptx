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5"/>
  </p:notesMasterIdLst>
  <p:handoutMasterIdLst>
    <p:handoutMasterId r:id="rId46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41" r:id="rId10"/>
    <p:sldId id="304" r:id="rId11"/>
    <p:sldId id="330" r:id="rId12"/>
    <p:sldId id="305" r:id="rId13"/>
    <p:sldId id="328" r:id="rId14"/>
    <p:sldId id="343" r:id="rId15"/>
    <p:sldId id="307" r:id="rId16"/>
    <p:sldId id="314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274" r:id="rId41"/>
    <p:sldId id="339" r:id="rId42"/>
    <p:sldId id="261" r:id="rId43"/>
    <p:sldId id="262" r:id="rId44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41"/>
            <p14:sldId id="304"/>
            <p14:sldId id="330"/>
            <p14:sldId id="305"/>
            <p14:sldId id="328"/>
            <p14:sldId id="343"/>
            <p14:sldId id="307"/>
            <p14:sldId id="314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85109" autoAdjust="0"/>
  </p:normalViewPr>
  <p:slideViewPr>
    <p:cSldViewPr snapToGrid="0">
      <p:cViewPr varScale="1">
        <p:scale>
          <a:sx n="124" d="100"/>
          <a:sy n="124" d="100"/>
        </p:scale>
        <p:origin x="1236" y="90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24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Case: Milling Machine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material,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remove unsignificant 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General Overview of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Google Shape;206;p15">
            <a:extLst>
              <a:ext uri="{FF2B5EF4-FFF2-40B4-BE49-F238E27FC236}">
                <a16:creationId xmlns:a16="http://schemas.microsoft.com/office/drawing/2014/main" id="{4E8A2F42-FD52-4AF6-217A-026C9E6760A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CD3AB6C-5583-3FE1-C24F-4794F9E233A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</a:t>
            </a:r>
            <a:r>
              <a:rPr lang="en-US" sz="800" b="1" dirty="0">
                <a:solidFill>
                  <a:schemeClr val="lt1"/>
                </a:solidFill>
                <a:latin typeface="+mn-lt"/>
              </a:rPr>
              <a:t>N. Weidemann</a:t>
            </a:r>
            <a:endParaRPr lang="en-US" sz="800" b="1" noProof="0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3171</Words>
  <Application>Microsoft Office PowerPoint</Application>
  <PresentationFormat>Bildschirmpräsentation (16:9)</PresentationFormat>
  <Paragraphs>667</Paragraphs>
  <Slides>43</Slides>
  <Notes>43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409</cp:revision>
  <dcterms:modified xsi:type="dcterms:W3CDTF">2025-09-07T15:33:56Z</dcterms:modified>
</cp:coreProperties>
</file>
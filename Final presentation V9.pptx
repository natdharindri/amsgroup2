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04" r:id="rId10"/>
    <p:sldId id="330" r:id="rId11"/>
    <p:sldId id="305" r:id="rId12"/>
    <p:sldId id="328" r:id="rId13"/>
    <p:sldId id="343" r:id="rId14"/>
    <p:sldId id="307" r:id="rId15"/>
    <p:sldId id="314" r:id="rId16"/>
    <p:sldId id="341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04"/>
            <p14:sldId id="330"/>
            <p14:sldId id="305"/>
            <p14:sldId id="328"/>
            <p14:sldId id="343"/>
            <p14:sldId id="307"/>
            <p14:sldId id="314"/>
            <p14:sldId id="341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1477" autoAdjust="0"/>
  </p:normalViewPr>
  <p:slideViewPr>
    <p:cSldViewPr snapToGrid="0">
      <p:cViewPr varScale="1">
        <p:scale>
          <a:sx n="119" d="100"/>
          <a:sy n="119" d="100"/>
        </p:scale>
        <p:origin x="1386" y="84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6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transitions)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</a:t>
            </a:r>
            <a:r>
              <a:rPr lang="en-US" sz="16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 insignificant 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Overview of the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3167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416</cp:revision>
  <dcterms:modified xsi:type="dcterms:W3CDTF">2025-09-12T16:43:53Z</dcterms:modified>
</cp:coreProperties>
</file>
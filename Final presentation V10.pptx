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1"/>
  </p:notesMasterIdLst>
  <p:handoutMasterIdLst>
    <p:handoutMasterId r:id="rId42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04" r:id="rId10"/>
    <p:sldId id="330" r:id="rId11"/>
    <p:sldId id="305" r:id="rId12"/>
    <p:sldId id="328" r:id="rId13"/>
    <p:sldId id="343" r:id="rId14"/>
    <p:sldId id="307" r:id="rId15"/>
    <p:sldId id="314" r:id="rId16"/>
    <p:sldId id="341" r:id="rId17"/>
    <p:sldId id="300" r:id="rId18"/>
    <p:sldId id="324" r:id="rId19"/>
    <p:sldId id="289" r:id="rId20"/>
    <p:sldId id="295" r:id="rId21"/>
    <p:sldId id="346" r:id="rId22"/>
    <p:sldId id="349" r:id="rId23"/>
    <p:sldId id="348" r:id="rId24"/>
    <p:sldId id="325" r:id="rId25"/>
    <p:sldId id="286" r:id="rId26"/>
    <p:sldId id="338" r:id="rId27"/>
    <p:sldId id="344" r:id="rId28"/>
    <p:sldId id="332" r:id="rId29"/>
    <p:sldId id="326" r:id="rId30"/>
    <p:sldId id="337" r:id="rId31"/>
    <p:sldId id="272" r:id="rId32"/>
    <p:sldId id="309" r:id="rId33"/>
    <p:sldId id="311" r:id="rId34"/>
    <p:sldId id="273" r:id="rId35"/>
    <p:sldId id="302" r:id="rId36"/>
    <p:sldId id="274" r:id="rId37"/>
    <p:sldId id="339" r:id="rId38"/>
    <p:sldId id="261" r:id="rId39"/>
    <p:sldId id="262" r:id="rId40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04"/>
            <p14:sldId id="330"/>
            <p14:sldId id="305"/>
            <p14:sldId id="328"/>
            <p14:sldId id="343"/>
            <p14:sldId id="307"/>
            <p14:sldId id="314"/>
            <p14:sldId id="341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6"/>
            <p14:sldId id="349"/>
            <p14:sldId id="348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81477" autoAdjust="0"/>
  </p:normalViewPr>
  <p:slideViewPr>
    <p:cSldViewPr snapToGrid="0">
      <p:cViewPr>
        <p:scale>
          <a:sx n="80" d="100"/>
          <a:sy n="80" d="100"/>
        </p:scale>
        <p:origin x="1531" y="437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18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 but there were some sequences  that couldn’t be detected properly–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 and ranges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false-positives, but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1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K-means: Unreliable predictions </a:t>
            </a: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 and many false-positives</a:t>
            </a:r>
            <a:endParaRPr lang="de-DE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DBSCAN 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 but some peaks were not detected, and had a good tendency of detecting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 but 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AE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 but Many peaks were not detected. 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  <a:endParaRPr lang="de-DE" sz="18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material,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transitions)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</a:t>
            </a:r>
            <a:r>
              <a:rPr lang="en-US" sz="16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 insignificant 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</a:t>
            </a:r>
            <a:r>
              <a:rPr lang="en-US" dirty="0"/>
              <a:t>5</a:t>
            </a:r>
            <a:endParaRPr lang="en-US" noProof="0" dirty="0"/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7" name="Foliennummernplatzhalter 8">
            <a:extLst>
              <a:ext uri="{FF2B5EF4-FFF2-40B4-BE49-F238E27FC236}">
                <a16:creationId xmlns:a16="http://schemas.microsoft.com/office/drawing/2014/main" id="{C76ADEA0-FBA1-8AF6-AC08-CA5DC5FAE29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</a:t>
            </a:fld>
            <a:r>
              <a:rPr lang="en-US" noProof="0" dirty="0"/>
              <a:t> / 3</a:t>
            </a:r>
            <a:r>
              <a:rPr lang="en-US" dirty="0"/>
              <a:t>5</a:t>
            </a:r>
            <a:endParaRPr lang="en-US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35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35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35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35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35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  <p:sp>
        <p:nvSpPr>
          <p:cNvPr id="15" name="Foliennummernplatzhalter 11">
            <a:extLst>
              <a:ext uri="{FF2B5EF4-FFF2-40B4-BE49-F238E27FC236}">
                <a16:creationId xmlns:a16="http://schemas.microsoft.com/office/drawing/2014/main" id="{5D2E18F2-F7B1-D010-4615-92816E9E9D9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B5E42BDD-6341-1187-EBC1-6E1C578E201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  <p:sp>
        <p:nvSpPr>
          <p:cNvPr id="3" name="Foliennummernplatzhalter 11">
            <a:extLst>
              <a:ext uri="{FF2B5EF4-FFF2-40B4-BE49-F238E27FC236}">
                <a16:creationId xmlns:a16="http://schemas.microsoft.com/office/drawing/2014/main" id="{31530549-B410-49E4-0E28-A49EF51CB91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  <p:sp>
        <p:nvSpPr>
          <p:cNvPr id="13" name="Foliennummernplatzhalter 11">
            <a:extLst>
              <a:ext uri="{FF2B5EF4-FFF2-40B4-BE49-F238E27FC236}">
                <a16:creationId xmlns:a16="http://schemas.microsoft.com/office/drawing/2014/main" id="{1CA92F0F-106C-F2E8-8201-D653ADC2E5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  <p:sp>
        <p:nvSpPr>
          <p:cNvPr id="13" name="Foliennummernplatzhalter 11">
            <a:extLst>
              <a:ext uri="{FF2B5EF4-FFF2-40B4-BE49-F238E27FC236}">
                <a16:creationId xmlns:a16="http://schemas.microsoft.com/office/drawing/2014/main" id="{23B5AB48-D990-E992-2354-22DA48628B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2EE8455-CF1D-0E65-9B06-02B7BE8737E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CB6E4774-1595-F12D-4953-8360CB65836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0B087F9-8B9F-C6B5-D4E3-7C32D29380D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1" name="Foliennummernplatzhalter 11">
            <a:extLst>
              <a:ext uri="{FF2B5EF4-FFF2-40B4-BE49-F238E27FC236}">
                <a16:creationId xmlns:a16="http://schemas.microsoft.com/office/drawing/2014/main" id="{1C6B0565-198E-9A94-2FB9-AA7FA728CD8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Overview of the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36CB97-83A8-1ABE-BC96-D836738E817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3" name="Foliennummernplatzhalter 11">
            <a:extLst>
              <a:ext uri="{FF2B5EF4-FFF2-40B4-BE49-F238E27FC236}">
                <a16:creationId xmlns:a16="http://schemas.microsoft.com/office/drawing/2014/main" id="{8F04BC90-B3C6-AD84-A2E3-88BDB9CF2C3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  <p:sp>
        <p:nvSpPr>
          <p:cNvPr id="8" name="Google Shape;206;p15">
            <a:extLst>
              <a:ext uri="{FF2B5EF4-FFF2-40B4-BE49-F238E27FC236}">
                <a16:creationId xmlns:a16="http://schemas.microsoft.com/office/drawing/2014/main" id="{B1970A05-4A13-94E7-DB6A-7A90571ED93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4" name="Foliennummernplatzhalter 11">
            <a:extLst>
              <a:ext uri="{FF2B5EF4-FFF2-40B4-BE49-F238E27FC236}">
                <a16:creationId xmlns:a16="http://schemas.microsoft.com/office/drawing/2014/main" id="{BDD15B15-A227-44DC-0A78-1DE0FE1D18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4" name="Foliennummernplatzhalter 11">
            <a:extLst>
              <a:ext uri="{FF2B5EF4-FFF2-40B4-BE49-F238E27FC236}">
                <a16:creationId xmlns:a16="http://schemas.microsoft.com/office/drawing/2014/main" id="{7F5FE14B-1872-556B-3E51-21356B82070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18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  <p:sp>
        <p:nvSpPr>
          <p:cNvPr id="3" name="Foliennummernplatzhalter 11">
            <a:extLst>
              <a:ext uri="{FF2B5EF4-FFF2-40B4-BE49-F238E27FC236}">
                <a16:creationId xmlns:a16="http://schemas.microsoft.com/office/drawing/2014/main" id="{F82CCD9E-8AEC-4BEC-47F4-539032D50D8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222;p17">
            <a:extLst>
              <a:ext uri="{FF2B5EF4-FFF2-40B4-BE49-F238E27FC236}">
                <a16:creationId xmlns:a16="http://schemas.microsoft.com/office/drawing/2014/main" id="{72AF7FAB-6790-AC4F-0733-DA361436BBFC}"/>
              </a:ext>
            </a:extLst>
          </p:cNvPr>
          <p:cNvSpPr txBox="1">
            <a:spLocks/>
          </p:cNvSpPr>
          <p:nvPr/>
        </p:nvSpPr>
        <p:spPr>
          <a:xfrm>
            <a:off x="4600276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17" name="Google Shape;222;p17">
            <a:extLst>
              <a:ext uri="{FF2B5EF4-FFF2-40B4-BE49-F238E27FC236}">
                <a16:creationId xmlns:a16="http://schemas.microsoft.com/office/drawing/2014/main" id="{A2AEAE55-747D-388B-485E-10E1BFD537C5}"/>
              </a:ext>
            </a:extLst>
          </p:cNvPr>
          <p:cNvSpPr txBox="1">
            <a:spLocks/>
          </p:cNvSpPr>
          <p:nvPr/>
        </p:nvSpPr>
        <p:spPr>
          <a:xfrm>
            <a:off x="215649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3817869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00" y="1375200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00" y="3013200"/>
            <a:ext cx="3895250" cy="1661786"/>
          </a:xfrm>
          <a:prstGeom prst="rect">
            <a:avLst/>
          </a:prstGeom>
        </p:spPr>
      </p:pic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9345861-F48B-AB1B-2428-BCF6646DA8EF}"/>
              </a:ext>
            </a:extLst>
          </p:cNvPr>
          <p:cNvSpPr txBox="1">
            <a:spLocks/>
          </p:cNvSpPr>
          <p:nvPr/>
        </p:nvSpPr>
        <p:spPr>
          <a:xfrm>
            <a:off x="4571999" y="752800"/>
            <a:ext cx="4211999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pic>
        <p:nvPicPr>
          <p:cNvPr id="10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9D1BA4E2-8102-8E99-8F0B-AB87B06AB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937" y="1375200"/>
            <a:ext cx="3895250" cy="1638724"/>
          </a:xfrm>
          <a:prstGeom prst="rect">
            <a:avLst/>
          </a:prstGeom>
        </p:spPr>
      </p:pic>
      <p:pic>
        <p:nvPicPr>
          <p:cNvPr id="16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56786642-E01B-5443-9D06-FEA0C4D830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936" y="3013200"/>
            <a:ext cx="3895249" cy="1661785"/>
          </a:xfrm>
          <a:prstGeom prst="rect">
            <a:avLst/>
          </a:prstGeom>
        </p:spPr>
      </p:pic>
      <p:sp>
        <p:nvSpPr>
          <p:cNvPr id="20" name="Foliennummernplatzhalter 11">
            <a:extLst>
              <a:ext uri="{FF2B5EF4-FFF2-40B4-BE49-F238E27FC236}">
                <a16:creationId xmlns:a16="http://schemas.microsoft.com/office/drawing/2014/main" id="{67178788-EE92-4567-2869-C9B70CDCCB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9A1F8D0B-AF60-AA14-B8F8-586C581164F4}"/>
              </a:ext>
            </a:extLst>
          </p:cNvPr>
          <p:cNvSpPr txBox="1">
            <a:spLocks/>
          </p:cNvSpPr>
          <p:nvPr/>
        </p:nvSpPr>
        <p:spPr>
          <a:xfrm>
            <a:off x="215649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60000" y="745200"/>
            <a:ext cx="389525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00" y="137520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00" y="3013200"/>
            <a:ext cx="3895250" cy="1653954"/>
          </a:xfrm>
          <a:prstGeom prst="rect">
            <a:avLst/>
          </a:prstGeom>
        </p:spPr>
      </p:pic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11499604-DC45-43E7-5590-E76F901FB05E}"/>
              </a:ext>
            </a:extLst>
          </p:cNvPr>
          <p:cNvSpPr txBox="1">
            <a:spLocks/>
          </p:cNvSpPr>
          <p:nvPr/>
        </p:nvSpPr>
        <p:spPr>
          <a:xfrm>
            <a:off x="4600276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10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4572000" y="745200"/>
            <a:ext cx="3966923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pic>
        <p:nvPicPr>
          <p:cNvPr id="1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200" y="137520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200" y="3013200"/>
            <a:ext cx="3895250" cy="1661786"/>
          </a:xfrm>
          <a:prstGeom prst="rect">
            <a:avLst/>
          </a:prstGeom>
        </p:spPr>
      </p:pic>
      <p:sp>
        <p:nvSpPr>
          <p:cNvPr id="16" name="Foliennummernplatzhalter 11">
            <a:extLst>
              <a:ext uri="{FF2B5EF4-FFF2-40B4-BE49-F238E27FC236}">
                <a16:creationId xmlns:a16="http://schemas.microsoft.com/office/drawing/2014/main" id="{CB8F1018-DA15-A367-0D1D-2F7B2DDC222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31098BE7-2ECD-54F9-BEFB-00B6F1201602}"/>
              </a:ext>
            </a:extLst>
          </p:cNvPr>
          <p:cNvSpPr txBox="1">
            <a:spLocks/>
          </p:cNvSpPr>
          <p:nvPr/>
        </p:nvSpPr>
        <p:spPr>
          <a:xfrm>
            <a:off x="215649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389525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31" y="137415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031" y="3012875"/>
            <a:ext cx="3895250" cy="1661786"/>
          </a:xfrm>
          <a:prstGeom prst="rect">
            <a:avLst/>
          </a:prstGeom>
        </p:spPr>
      </p:pic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FACAE610-DA98-1409-CEED-2AE9193D760B}"/>
              </a:ext>
            </a:extLst>
          </p:cNvPr>
          <p:cNvSpPr txBox="1">
            <a:spLocks/>
          </p:cNvSpPr>
          <p:nvPr/>
        </p:nvSpPr>
        <p:spPr>
          <a:xfrm>
            <a:off x="4600276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10" name="Google Shape;222;p17">
            <a:extLst>
              <a:ext uri="{FF2B5EF4-FFF2-40B4-BE49-F238E27FC236}">
                <a16:creationId xmlns:a16="http://schemas.microsoft.com/office/drawing/2014/main" id="{3D83F7D9-14EE-32AD-989F-EF1FD09903CD}"/>
              </a:ext>
            </a:extLst>
          </p:cNvPr>
          <p:cNvSpPr txBox="1">
            <a:spLocks/>
          </p:cNvSpPr>
          <p:nvPr/>
        </p:nvSpPr>
        <p:spPr>
          <a:xfrm>
            <a:off x="4572000" y="752800"/>
            <a:ext cx="3817989" cy="394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pic>
        <p:nvPicPr>
          <p:cNvPr id="16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173F8C8-F69D-9655-0588-9F64165455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4476" y="1374153"/>
            <a:ext cx="3895250" cy="1638723"/>
          </a:xfrm>
          <a:prstGeom prst="rect">
            <a:avLst/>
          </a:prstGeom>
        </p:spPr>
      </p:pic>
      <p:pic>
        <p:nvPicPr>
          <p:cNvPr id="18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07C6ACD-4BF7-C449-58D6-7D170EFF82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4473" y="3012876"/>
            <a:ext cx="3895249" cy="1661785"/>
          </a:xfrm>
          <a:prstGeom prst="rect">
            <a:avLst/>
          </a:prstGeom>
        </p:spPr>
      </p:pic>
      <p:sp>
        <p:nvSpPr>
          <p:cNvPr id="19" name="Foliennummernplatzhalter 11">
            <a:extLst>
              <a:ext uri="{FF2B5EF4-FFF2-40B4-BE49-F238E27FC236}">
                <a16:creationId xmlns:a16="http://schemas.microsoft.com/office/drawing/2014/main" id="{AD16AF88-5613-1A46-794A-AFA7712E36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EF624860-70A3-2A42-8251-B9FFE1431668}"/>
              </a:ext>
            </a:extLst>
          </p:cNvPr>
          <p:cNvSpPr txBox="1">
            <a:spLocks/>
          </p:cNvSpPr>
          <p:nvPr/>
        </p:nvSpPr>
        <p:spPr>
          <a:xfrm>
            <a:off x="215649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3825425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174" y="1393850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174" y="3013200"/>
            <a:ext cx="3895250" cy="1661786"/>
          </a:xfrm>
          <a:prstGeom prst="rect">
            <a:avLst/>
          </a:prstGeom>
        </p:spPr>
      </p:pic>
      <p:sp>
        <p:nvSpPr>
          <p:cNvPr id="10" name="Google Shape;222;p17">
            <a:extLst>
              <a:ext uri="{FF2B5EF4-FFF2-40B4-BE49-F238E27FC236}">
                <a16:creationId xmlns:a16="http://schemas.microsoft.com/office/drawing/2014/main" id="{4235CF02-D7BA-2A1A-B3AF-D822E9B8E094}"/>
              </a:ext>
            </a:extLst>
          </p:cNvPr>
          <p:cNvSpPr txBox="1">
            <a:spLocks/>
          </p:cNvSpPr>
          <p:nvPr/>
        </p:nvSpPr>
        <p:spPr>
          <a:xfrm>
            <a:off x="4600276" y="660075"/>
            <a:ext cx="4106568" cy="4244175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400" dirty="0">
              <a:latin typeface="+mn-lt"/>
            </a:endParaRP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55ACB25F-3316-5488-1DFF-55F1FD96113C}"/>
              </a:ext>
            </a:extLst>
          </p:cNvPr>
          <p:cNvSpPr txBox="1">
            <a:spLocks/>
          </p:cNvSpPr>
          <p:nvPr/>
        </p:nvSpPr>
        <p:spPr>
          <a:xfrm>
            <a:off x="4572000" y="752800"/>
            <a:ext cx="4183723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pic>
        <p:nvPicPr>
          <p:cNvPr id="16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74A1B970-83CB-ED25-7AAC-737E18D6A0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200" y="1393850"/>
            <a:ext cx="3895250" cy="1638074"/>
          </a:xfrm>
          <a:prstGeom prst="rect">
            <a:avLst/>
          </a:prstGeom>
        </p:spPr>
      </p:pic>
      <p:pic>
        <p:nvPicPr>
          <p:cNvPr id="17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934B1E33-67FF-74F8-348B-F3716A0DB4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200" y="3013200"/>
            <a:ext cx="3895250" cy="1661786"/>
          </a:xfrm>
          <a:prstGeom prst="rect">
            <a:avLst/>
          </a:prstGeom>
        </p:spPr>
      </p:pic>
      <p:sp>
        <p:nvSpPr>
          <p:cNvPr id="21" name="Foliennummernplatzhalter 11">
            <a:extLst>
              <a:ext uri="{FF2B5EF4-FFF2-40B4-BE49-F238E27FC236}">
                <a16:creationId xmlns:a16="http://schemas.microsoft.com/office/drawing/2014/main" id="{4C49A921-95DF-E4F8-2BE0-6944662A7B7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4" name="Foliennummernplatzhalter 11">
            <a:extLst>
              <a:ext uri="{FF2B5EF4-FFF2-40B4-BE49-F238E27FC236}">
                <a16:creationId xmlns:a16="http://schemas.microsoft.com/office/drawing/2014/main" id="{C91B9178-9D4F-964C-16A8-5F686BAC25A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50314E21-6B59-3187-9FB5-C9F2070E61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0C327ABB-1BCB-96F3-86EB-202E31E4F9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Scalability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C38C0C-658A-91FD-172D-FE5D2D44C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283" y="1336269"/>
            <a:ext cx="6088908" cy="3478360"/>
          </a:xfrm>
          <a:prstGeom prst="rect">
            <a:avLst/>
          </a:prstGeom>
        </p:spPr>
      </p:pic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5EF3C73D-2768-3C87-A747-7B68A0EDB76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Most applicable: </a:t>
            </a:r>
            <a:r>
              <a:rPr lang="en-US" sz="1700" noProof="0">
                <a:latin typeface="+mn-lt"/>
              </a:rPr>
              <a:t>Threshold-Based Detection Methods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51DE59AD-22E9-E29F-4878-568B815B9AD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28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4" name="Foliennummernplatzhalter 11">
            <a:extLst>
              <a:ext uri="{FF2B5EF4-FFF2-40B4-BE49-F238E27FC236}">
                <a16:creationId xmlns:a16="http://schemas.microsoft.com/office/drawing/2014/main" id="{E64AAD96-1C07-BF5E-B1E1-C38224CF70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B27A55D9-4217-1F98-9762-9ED4D0CF6B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2AAE9831-B468-BA56-9E71-7EB0E2E12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53CEE9B9-803D-6116-A62A-827D661B0AD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Foliennummernplatzhalter 11">
            <a:extLst>
              <a:ext uri="{FF2B5EF4-FFF2-40B4-BE49-F238E27FC236}">
                <a16:creationId xmlns:a16="http://schemas.microsoft.com/office/drawing/2014/main" id="{58685C43-1668-0F76-789F-3C4A92BF51E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33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4" name="Foliennummernplatzhalter 11">
            <a:extLst>
              <a:ext uri="{FF2B5EF4-FFF2-40B4-BE49-F238E27FC236}">
                <a16:creationId xmlns:a16="http://schemas.microsoft.com/office/drawing/2014/main" id="{8A3403F6-C28B-C251-6FF5-A0AF066A67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35</a:t>
            </a:r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36</a:t>
            </a:fld>
            <a:endParaRPr lang="en-US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38</a:t>
            </a:fld>
            <a:endParaRPr lang="en-US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3054</Words>
  <Application>Microsoft Office PowerPoint</Application>
  <PresentationFormat>On-screen Show (16:9)</PresentationFormat>
  <Paragraphs>632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Peak Detection in Time Series </vt:lpstr>
      <vt:lpstr>References for Graphics</vt:lpstr>
      <vt:lpstr>Backup</vt:lpstr>
      <vt:lpstr>PowerPoint Presentation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Nathira Wijemanna</cp:lastModifiedBy>
  <cp:revision>421</cp:revision>
  <dcterms:modified xsi:type="dcterms:W3CDTF">2025-09-15T15:54:22Z</dcterms:modified>
</cp:coreProperties>
</file>